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media/image9.jpg" ContentType="image/jpeg"/>
  <Override PartName="/ppt/tags/tag45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5"/>
  </p:notesMasterIdLst>
  <p:sldIdLst>
    <p:sldId id="300" r:id="rId2"/>
    <p:sldId id="296" r:id="rId3"/>
    <p:sldId id="299" r:id="rId4"/>
    <p:sldId id="278" r:id="rId5"/>
    <p:sldId id="279" r:id="rId6"/>
    <p:sldId id="270" r:id="rId7"/>
    <p:sldId id="271" r:id="rId8"/>
    <p:sldId id="272" r:id="rId9"/>
    <p:sldId id="273" r:id="rId10"/>
    <p:sldId id="274" r:id="rId11"/>
    <p:sldId id="275" r:id="rId12"/>
    <p:sldId id="297" r:id="rId13"/>
    <p:sldId id="298" r:id="rId14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4B7884-F294-4CBC-AED8-04012BE68301}" v="1013" dt="2022-11-28T08:09:50.172"/>
    <p1510:client id="{D1FBE93B-360E-4DF3-A0E2-69DEA8DDBB3C}" v="289" dt="2023-05-21T06:40:31.5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975" autoAdjust="0"/>
    <p:restoredTop sz="89108" autoAdjust="0"/>
  </p:normalViewPr>
  <p:slideViewPr>
    <p:cSldViewPr snapToGrid="0">
      <p:cViewPr varScale="1">
        <p:scale>
          <a:sx n="147" d="100"/>
          <a:sy n="147" d="100"/>
        </p:scale>
        <p:origin x="608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I FRIEDMAN" userId="S::roifr@rafael.co.il::e151349f-86c1-452e-b81b-4c9e72634829" providerId="AD" clId="Web-{344B7884-F294-4CBC-AED8-04012BE68301}"/>
    <pc:docChg chg="addSld modSld">
      <pc:chgData name="ROI FRIEDMAN" userId="S::roifr@rafael.co.il::e151349f-86c1-452e-b81b-4c9e72634829" providerId="AD" clId="Web-{344B7884-F294-4CBC-AED8-04012BE68301}" dt="2022-11-28T08:09:49.047" v="737" actId="20577"/>
      <pc:docMkLst>
        <pc:docMk/>
      </pc:docMkLst>
      <pc:sldChg chg="addSp delSp modSp new">
        <pc:chgData name="ROI FRIEDMAN" userId="S::roifr@rafael.co.il::e151349f-86c1-452e-b81b-4c9e72634829" providerId="AD" clId="Web-{344B7884-F294-4CBC-AED8-04012BE68301}" dt="2022-11-28T08:09:49.047" v="737" actId="20577"/>
        <pc:sldMkLst>
          <pc:docMk/>
          <pc:sldMk cId="608256963" sldId="299"/>
        </pc:sldMkLst>
        <pc:spChg chg="del">
          <ac:chgData name="ROI FRIEDMAN" userId="S::roifr@rafael.co.il::e151349f-86c1-452e-b81b-4c9e72634829" providerId="AD" clId="Web-{344B7884-F294-4CBC-AED8-04012BE68301}" dt="2022-11-27T13:31:20.574" v="1"/>
          <ac:spMkLst>
            <pc:docMk/>
            <pc:sldMk cId="608256963" sldId="299"/>
            <ac:spMk id="2" creationId="{725D33CA-5249-65C9-CC92-FD3B089BE8D0}"/>
          </ac:spMkLst>
        </pc:spChg>
        <pc:spChg chg="add mod">
          <ac:chgData name="ROI FRIEDMAN" userId="S::roifr@rafael.co.il::e151349f-86c1-452e-b81b-4c9e72634829" providerId="AD" clId="Web-{344B7884-F294-4CBC-AED8-04012BE68301}" dt="2022-11-28T07:45:39.459" v="628" actId="1076"/>
          <ac:spMkLst>
            <pc:docMk/>
            <pc:sldMk cId="608256963" sldId="299"/>
            <ac:spMk id="2" creationId="{819A62F8-5FE7-C026-2F5B-81589F24BE92}"/>
          </ac:spMkLst>
        </pc:spChg>
        <pc:spChg chg="del">
          <ac:chgData name="ROI FRIEDMAN" userId="S::roifr@rafael.co.il::e151349f-86c1-452e-b81b-4c9e72634829" providerId="AD" clId="Web-{344B7884-F294-4CBC-AED8-04012BE68301}" dt="2022-11-27T13:31:23.230" v="2"/>
          <ac:spMkLst>
            <pc:docMk/>
            <pc:sldMk cId="608256963" sldId="299"/>
            <ac:spMk id="3" creationId="{A58EBD93-E413-47F6-C588-BD924D7D29F6}"/>
          </ac:spMkLst>
        </pc:spChg>
        <pc:spChg chg="add mod">
          <ac:chgData name="ROI FRIEDMAN" userId="S::roifr@rafael.co.il::e151349f-86c1-452e-b81b-4c9e72634829" providerId="AD" clId="Web-{344B7884-F294-4CBC-AED8-04012BE68301}" dt="2022-11-28T07:21:29.294" v="452" actId="1076"/>
          <ac:spMkLst>
            <pc:docMk/>
            <pc:sldMk cId="608256963" sldId="299"/>
            <ac:spMk id="3" creationId="{E3CAE96F-8AA0-9326-3AA9-44DFDFAD071D}"/>
          </ac:spMkLst>
        </pc:spChg>
        <pc:spChg chg="add mod">
          <ac:chgData name="ROI FRIEDMAN" userId="S::roifr@rafael.co.il::e151349f-86c1-452e-b81b-4c9e72634829" providerId="AD" clId="Web-{344B7884-F294-4CBC-AED8-04012BE68301}" dt="2022-11-28T07:19:16.976" v="430" actId="1076"/>
          <ac:spMkLst>
            <pc:docMk/>
            <pc:sldMk cId="608256963" sldId="299"/>
            <ac:spMk id="4" creationId="{0280DC6A-1A5E-D45C-0593-0134CBD85FCD}"/>
          </ac:spMkLst>
        </pc:spChg>
        <pc:spChg chg="add mod">
          <ac:chgData name="ROI FRIEDMAN" userId="S::roifr@rafael.co.il::e151349f-86c1-452e-b81b-4c9e72634829" providerId="AD" clId="Web-{344B7884-F294-4CBC-AED8-04012BE68301}" dt="2022-11-28T07:19:17.039" v="431" actId="1076"/>
          <ac:spMkLst>
            <pc:docMk/>
            <pc:sldMk cId="608256963" sldId="299"/>
            <ac:spMk id="5" creationId="{9D192FB3-6586-D721-7D1C-12E63D6C6243}"/>
          </ac:spMkLst>
        </pc:spChg>
        <pc:spChg chg="add mod">
          <ac:chgData name="ROI FRIEDMAN" userId="S::roifr@rafael.co.il::e151349f-86c1-452e-b81b-4c9e72634829" providerId="AD" clId="Web-{344B7884-F294-4CBC-AED8-04012BE68301}" dt="2022-11-28T07:19:17.101" v="432" actId="1076"/>
          <ac:spMkLst>
            <pc:docMk/>
            <pc:sldMk cId="608256963" sldId="299"/>
            <ac:spMk id="6" creationId="{6C7FFCCE-D6B9-23E8-5CD3-45909FE7B7F6}"/>
          </ac:spMkLst>
        </pc:spChg>
        <pc:spChg chg="add mod">
          <ac:chgData name="ROI FRIEDMAN" userId="S::roifr@rafael.co.il::e151349f-86c1-452e-b81b-4c9e72634829" providerId="AD" clId="Web-{344B7884-F294-4CBC-AED8-04012BE68301}" dt="2022-11-28T07:19:17.164" v="433" actId="1076"/>
          <ac:spMkLst>
            <pc:docMk/>
            <pc:sldMk cId="608256963" sldId="299"/>
            <ac:spMk id="7" creationId="{C74D9068-8CC5-0CF2-F1F2-081E47AFCE86}"/>
          </ac:spMkLst>
        </pc:spChg>
        <pc:spChg chg="add mod">
          <ac:chgData name="ROI FRIEDMAN" userId="S::roifr@rafael.co.il::e151349f-86c1-452e-b81b-4c9e72634829" providerId="AD" clId="Web-{344B7884-F294-4CBC-AED8-04012BE68301}" dt="2022-11-28T07:19:17.226" v="434" actId="1076"/>
          <ac:spMkLst>
            <pc:docMk/>
            <pc:sldMk cId="608256963" sldId="299"/>
            <ac:spMk id="8" creationId="{7D373687-089E-BA50-0999-D5D853DCA983}"/>
          </ac:spMkLst>
        </pc:spChg>
        <pc:spChg chg="add mod">
          <ac:chgData name="ROI FRIEDMAN" userId="S::roifr@rafael.co.il::e151349f-86c1-452e-b81b-4c9e72634829" providerId="AD" clId="Web-{344B7884-F294-4CBC-AED8-04012BE68301}" dt="2022-11-28T07:19:17.289" v="435" actId="1076"/>
          <ac:spMkLst>
            <pc:docMk/>
            <pc:sldMk cId="608256963" sldId="299"/>
            <ac:spMk id="9" creationId="{80DE2549-013D-9CBE-7460-68DF3C2E6C33}"/>
          </ac:spMkLst>
        </pc:spChg>
        <pc:spChg chg="add mod">
          <ac:chgData name="ROI FRIEDMAN" userId="S::roifr@rafael.co.il::e151349f-86c1-452e-b81b-4c9e72634829" providerId="AD" clId="Web-{344B7884-F294-4CBC-AED8-04012BE68301}" dt="2022-11-28T07:19:17.351" v="436" actId="1076"/>
          <ac:spMkLst>
            <pc:docMk/>
            <pc:sldMk cId="608256963" sldId="299"/>
            <ac:spMk id="10" creationId="{2E88EF39-030D-A913-DB1E-4007A248E90E}"/>
          </ac:spMkLst>
        </pc:spChg>
        <pc:spChg chg="add mod">
          <ac:chgData name="ROI FRIEDMAN" userId="S::roifr@rafael.co.il::e151349f-86c1-452e-b81b-4c9e72634829" providerId="AD" clId="Web-{344B7884-F294-4CBC-AED8-04012BE68301}" dt="2022-11-28T07:19:17.414" v="437" actId="1076"/>
          <ac:spMkLst>
            <pc:docMk/>
            <pc:sldMk cId="608256963" sldId="299"/>
            <ac:spMk id="11" creationId="{68EF0986-CA03-5CF4-BBFA-AD6AA9BFFBBD}"/>
          </ac:spMkLst>
        </pc:spChg>
        <pc:spChg chg="add mod">
          <ac:chgData name="ROI FRIEDMAN" userId="S::roifr@rafael.co.il::e151349f-86c1-452e-b81b-4c9e72634829" providerId="AD" clId="Web-{344B7884-F294-4CBC-AED8-04012BE68301}" dt="2022-11-27T14:07:58.892" v="280" actId="1076"/>
          <ac:spMkLst>
            <pc:docMk/>
            <pc:sldMk cId="608256963" sldId="299"/>
            <ac:spMk id="12" creationId="{F1B6E9D5-51AA-B574-8731-BAA0B7E6779B}"/>
          </ac:spMkLst>
        </pc:spChg>
        <pc:spChg chg="add mod">
          <ac:chgData name="ROI FRIEDMAN" userId="S::roifr@rafael.co.il::e151349f-86c1-452e-b81b-4c9e72634829" providerId="AD" clId="Web-{344B7884-F294-4CBC-AED8-04012BE68301}" dt="2022-11-28T07:57:11.736" v="699" actId="1076"/>
          <ac:spMkLst>
            <pc:docMk/>
            <pc:sldMk cId="608256963" sldId="299"/>
            <ac:spMk id="13" creationId="{586B17F7-29BC-F549-C7B7-DE0FB6169908}"/>
          </ac:spMkLst>
        </pc:spChg>
        <pc:spChg chg="add mod">
          <ac:chgData name="ROI FRIEDMAN" userId="S::roifr@rafael.co.il::e151349f-86c1-452e-b81b-4c9e72634829" providerId="AD" clId="Web-{344B7884-F294-4CBC-AED8-04012BE68301}" dt="2022-11-27T14:07:58.971" v="282" actId="1076"/>
          <ac:spMkLst>
            <pc:docMk/>
            <pc:sldMk cId="608256963" sldId="299"/>
            <ac:spMk id="14" creationId="{C50E14EB-2148-1555-4A6C-6CE6DA42D8A2}"/>
          </ac:spMkLst>
        </pc:spChg>
        <pc:spChg chg="add mod">
          <ac:chgData name="ROI FRIEDMAN" userId="S::roifr@rafael.co.il::e151349f-86c1-452e-b81b-4c9e72634829" providerId="AD" clId="Web-{344B7884-F294-4CBC-AED8-04012BE68301}" dt="2022-11-27T14:07:59.017" v="283" actId="1076"/>
          <ac:spMkLst>
            <pc:docMk/>
            <pc:sldMk cId="608256963" sldId="299"/>
            <ac:spMk id="15" creationId="{59365A29-DF12-559B-1369-A28003F56AD1}"/>
          </ac:spMkLst>
        </pc:spChg>
        <pc:spChg chg="add mod">
          <ac:chgData name="ROI FRIEDMAN" userId="S::roifr@rafael.co.il::e151349f-86c1-452e-b81b-4c9e72634829" providerId="AD" clId="Web-{344B7884-F294-4CBC-AED8-04012BE68301}" dt="2022-11-28T07:21:39.873" v="453" actId="1076"/>
          <ac:spMkLst>
            <pc:docMk/>
            <pc:sldMk cId="608256963" sldId="299"/>
            <ac:spMk id="16" creationId="{2CE40106-A06B-1C76-F74E-B67DC9C301F4}"/>
          </ac:spMkLst>
        </pc:spChg>
        <pc:spChg chg="add mod">
          <ac:chgData name="ROI FRIEDMAN" userId="S::roifr@rafael.co.il::e151349f-86c1-452e-b81b-4c9e72634829" providerId="AD" clId="Web-{344B7884-F294-4CBC-AED8-04012BE68301}" dt="2022-11-28T07:51:17.160" v="673" actId="1076"/>
          <ac:spMkLst>
            <pc:docMk/>
            <pc:sldMk cId="608256963" sldId="299"/>
            <ac:spMk id="17" creationId="{EA1FB2C7-B819-DC53-169B-9472C1994BFD}"/>
          </ac:spMkLst>
        </pc:spChg>
        <pc:spChg chg="add mod">
          <ac:chgData name="ROI FRIEDMAN" userId="S::roifr@rafael.co.il::e151349f-86c1-452e-b81b-4c9e72634829" providerId="AD" clId="Web-{344B7884-F294-4CBC-AED8-04012BE68301}" dt="2022-11-28T07:22:50.500" v="462" actId="20577"/>
          <ac:spMkLst>
            <pc:docMk/>
            <pc:sldMk cId="608256963" sldId="299"/>
            <ac:spMk id="18" creationId="{C5101E87-AD3C-6523-5A2C-E521E4E921F2}"/>
          </ac:spMkLst>
        </pc:spChg>
        <pc:spChg chg="add mod">
          <ac:chgData name="ROI FRIEDMAN" userId="S::roifr@rafael.co.il::e151349f-86c1-452e-b81b-4c9e72634829" providerId="AD" clId="Web-{344B7884-F294-4CBC-AED8-04012BE68301}" dt="2022-11-28T07:28:47.717" v="511" actId="20577"/>
          <ac:spMkLst>
            <pc:docMk/>
            <pc:sldMk cId="608256963" sldId="299"/>
            <ac:spMk id="21" creationId="{1668B359-9CC9-954F-1B31-572AC9022F3E}"/>
          </ac:spMkLst>
        </pc:spChg>
        <pc:spChg chg="add mod">
          <ac:chgData name="ROI FRIEDMAN" userId="S::roifr@rafael.co.il::e151349f-86c1-452e-b81b-4c9e72634829" providerId="AD" clId="Web-{344B7884-F294-4CBC-AED8-04012BE68301}" dt="2022-11-27T13:58:04.640" v="217" actId="1076"/>
          <ac:spMkLst>
            <pc:docMk/>
            <pc:sldMk cId="608256963" sldId="299"/>
            <ac:spMk id="24" creationId="{6A64E486-EBE2-8142-55C6-5AA7C673C1A6}"/>
          </ac:spMkLst>
        </pc:spChg>
        <pc:spChg chg="add del mod">
          <ac:chgData name="ROI FRIEDMAN" userId="S::roifr@rafael.co.il::e151349f-86c1-452e-b81b-4c9e72634829" providerId="AD" clId="Web-{344B7884-F294-4CBC-AED8-04012BE68301}" dt="2022-11-27T13:55:47.088" v="193"/>
          <ac:spMkLst>
            <pc:docMk/>
            <pc:sldMk cId="608256963" sldId="299"/>
            <ac:spMk id="25" creationId="{09660998-2DC2-EDCB-81EE-4E4B26314932}"/>
          </ac:spMkLst>
        </pc:spChg>
        <pc:spChg chg="add mod">
          <ac:chgData name="ROI FRIEDMAN" userId="S::roifr@rafael.co.il::e151349f-86c1-452e-b81b-4c9e72634829" providerId="AD" clId="Web-{344B7884-F294-4CBC-AED8-04012BE68301}" dt="2022-11-28T07:32:36.367" v="546" actId="20577"/>
          <ac:spMkLst>
            <pc:docMk/>
            <pc:sldMk cId="608256963" sldId="299"/>
            <ac:spMk id="25" creationId="{7FB59B60-C2D5-73E8-8649-5AE741C41C27}"/>
          </ac:spMkLst>
        </pc:spChg>
        <pc:spChg chg="add del">
          <ac:chgData name="ROI FRIEDMAN" userId="S::roifr@rafael.co.il::e151349f-86c1-452e-b81b-4c9e72634829" providerId="AD" clId="Web-{344B7884-F294-4CBC-AED8-04012BE68301}" dt="2022-11-27T13:55:57.682" v="195"/>
          <ac:spMkLst>
            <pc:docMk/>
            <pc:sldMk cId="608256963" sldId="299"/>
            <ac:spMk id="26" creationId="{27F730EF-B064-9815-EF8A-7B9CE59E8BA7}"/>
          </ac:spMkLst>
        </pc:spChg>
        <pc:spChg chg="add mod">
          <ac:chgData name="ROI FRIEDMAN" userId="S::roifr@rafael.co.il::e151349f-86c1-452e-b81b-4c9e72634829" providerId="AD" clId="Web-{344B7884-F294-4CBC-AED8-04012BE68301}" dt="2022-11-28T07:33:57.589" v="552" actId="20577"/>
          <ac:spMkLst>
            <pc:docMk/>
            <pc:sldMk cId="608256963" sldId="299"/>
            <ac:spMk id="26" creationId="{573145B1-545A-BD7A-C3CB-57436886E1F5}"/>
          </ac:spMkLst>
        </pc:spChg>
        <pc:spChg chg="add mod">
          <ac:chgData name="ROI FRIEDMAN" userId="S::roifr@rafael.co.il::e151349f-86c1-452e-b81b-4c9e72634829" providerId="AD" clId="Web-{344B7884-F294-4CBC-AED8-04012BE68301}" dt="2022-11-27T13:56:34.590" v="203" actId="20577"/>
          <ac:spMkLst>
            <pc:docMk/>
            <pc:sldMk cId="608256963" sldId="299"/>
            <ac:spMk id="27" creationId="{DAFFB58E-9C23-2EF2-557C-9A8F47D95319}"/>
          </ac:spMkLst>
        </pc:spChg>
        <pc:spChg chg="add mod">
          <ac:chgData name="ROI FRIEDMAN" userId="S::roifr@rafael.co.il::e151349f-86c1-452e-b81b-4c9e72634829" providerId="AD" clId="Web-{344B7884-F294-4CBC-AED8-04012BE68301}" dt="2022-11-27T13:58:09.187" v="218" actId="1076"/>
          <ac:spMkLst>
            <pc:docMk/>
            <pc:sldMk cId="608256963" sldId="299"/>
            <ac:spMk id="28" creationId="{4848A958-CE2A-061F-2BCD-FAF3C01C8E3C}"/>
          </ac:spMkLst>
        </pc:spChg>
        <pc:spChg chg="add mod">
          <ac:chgData name="ROI FRIEDMAN" userId="S::roifr@rafael.co.il::e151349f-86c1-452e-b81b-4c9e72634829" providerId="AD" clId="Web-{344B7884-F294-4CBC-AED8-04012BE68301}" dt="2022-11-27T13:56:56.887" v="215" actId="20577"/>
          <ac:spMkLst>
            <pc:docMk/>
            <pc:sldMk cId="608256963" sldId="299"/>
            <ac:spMk id="29" creationId="{D7C1B35E-034E-9D4D-7C8E-4292D1F13D20}"/>
          </ac:spMkLst>
        </pc:spChg>
        <pc:spChg chg="add mod">
          <ac:chgData name="ROI FRIEDMAN" userId="S::roifr@rafael.co.il::e151349f-86c1-452e-b81b-4c9e72634829" providerId="AD" clId="Web-{344B7884-F294-4CBC-AED8-04012BE68301}" dt="2022-11-28T07:52:13.209" v="677" actId="20577"/>
          <ac:spMkLst>
            <pc:docMk/>
            <pc:sldMk cId="608256963" sldId="299"/>
            <ac:spMk id="42" creationId="{9AB2B28F-DA3E-66C1-4A1E-F396731B9C21}"/>
          </ac:spMkLst>
        </pc:spChg>
        <pc:spChg chg="add mod">
          <ac:chgData name="ROI FRIEDMAN" userId="S::roifr@rafael.co.il::e151349f-86c1-452e-b81b-4c9e72634829" providerId="AD" clId="Web-{344B7884-F294-4CBC-AED8-04012BE68301}" dt="2022-11-28T07:41:28.700" v="581" actId="1076"/>
          <ac:spMkLst>
            <pc:docMk/>
            <pc:sldMk cId="608256963" sldId="299"/>
            <ac:spMk id="43" creationId="{16B5A482-379A-DB08-9F1B-09FC6F704548}"/>
          </ac:spMkLst>
        </pc:spChg>
        <pc:spChg chg="add mod">
          <ac:chgData name="ROI FRIEDMAN" userId="S::roifr@rafael.co.il::e151349f-86c1-452e-b81b-4c9e72634829" providerId="AD" clId="Web-{344B7884-F294-4CBC-AED8-04012BE68301}" dt="2022-11-28T07:56:35.875" v="698" actId="14100"/>
          <ac:spMkLst>
            <pc:docMk/>
            <pc:sldMk cId="608256963" sldId="299"/>
            <ac:spMk id="44" creationId="{9ECFEC8E-3DA0-777C-F166-B967D61EC214}"/>
          </ac:spMkLst>
        </pc:spChg>
        <pc:spChg chg="add mod">
          <ac:chgData name="ROI FRIEDMAN" userId="S::roifr@rafael.co.il::e151349f-86c1-452e-b81b-4c9e72634829" providerId="AD" clId="Web-{344B7884-F294-4CBC-AED8-04012BE68301}" dt="2022-11-28T07:43:41.627" v="594" actId="1076"/>
          <ac:spMkLst>
            <pc:docMk/>
            <pc:sldMk cId="608256963" sldId="299"/>
            <ac:spMk id="49" creationId="{7B798E74-48F7-5E36-E93F-32D47AB2AE94}"/>
          </ac:spMkLst>
        </pc:spChg>
        <pc:spChg chg="add del">
          <ac:chgData name="ROI FRIEDMAN" userId="S::roifr@rafael.co.il::e151349f-86c1-452e-b81b-4c9e72634829" providerId="AD" clId="Web-{344B7884-F294-4CBC-AED8-04012BE68301}" dt="2022-11-28T07:40:10.025" v="574"/>
          <ac:spMkLst>
            <pc:docMk/>
            <pc:sldMk cId="608256963" sldId="299"/>
            <ac:spMk id="52" creationId="{FD00E886-5794-AC63-CB6E-0E6C7D6FE848}"/>
          </ac:spMkLst>
        </pc:spChg>
        <pc:spChg chg="add mod">
          <ac:chgData name="ROI FRIEDMAN" userId="S::roifr@rafael.co.il::e151349f-86c1-452e-b81b-4c9e72634829" providerId="AD" clId="Web-{344B7884-F294-4CBC-AED8-04012BE68301}" dt="2022-11-28T07:43:41.845" v="597" actId="1076"/>
          <ac:spMkLst>
            <pc:docMk/>
            <pc:sldMk cId="608256963" sldId="299"/>
            <ac:spMk id="53" creationId="{5E935669-F86E-7792-057C-A5A9C9EF598C}"/>
          </ac:spMkLst>
        </pc:spChg>
        <pc:spChg chg="add mod">
          <ac:chgData name="ROI FRIEDMAN" userId="S::roifr@rafael.co.il::e151349f-86c1-452e-b81b-4c9e72634829" providerId="AD" clId="Web-{344B7884-F294-4CBC-AED8-04012BE68301}" dt="2022-11-28T07:43:42.064" v="600" actId="1076"/>
          <ac:spMkLst>
            <pc:docMk/>
            <pc:sldMk cId="608256963" sldId="299"/>
            <ac:spMk id="56" creationId="{89A38B2F-AEF4-E008-B681-E414A774AFDE}"/>
          </ac:spMkLst>
        </pc:spChg>
        <pc:spChg chg="add mod">
          <ac:chgData name="ROI FRIEDMAN" userId="S::roifr@rafael.co.il::e151349f-86c1-452e-b81b-4c9e72634829" providerId="AD" clId="Web-{344B7884-F294-4CBC-AED8-04012BE68301}" dt="2022-11-28T07:43:42.267" v="603" actId="1076"/>
          <ac:spMkLst>
            <pc:docMk/>
            <pc:sldMk cId="608256963" sldId="299"/>
            <ac:spMk id="59" creationId="{95E227BB-059F-7139-95D1-8BBA5A2D4CD7}"/>
          </ac:spMkLst>
        </pc:spChg>
        <pc:spChg chg="add mod">
          <ac:chgData name="ROI FRIEDMAN" userId="S::roifr@rafael.co.il::e151349f-86c1-452e-b81b-4c9e72634829" providerId="AD" clId="Web-{344B7884-F294-4CBC-AED8-04012BE68301}" dt="2022-11-28T07:45:03.380" v="627" actId="20577"/>
          <ac:spMkLst>
            <pc:docMk/>
            <pc:sldMk cId="608256963" sldId="299"/>
            <ac:spMk id="60" creationId="{FF7E2B82-CA39-95D9-4029-EFC1B6A2847B}"/>
          </ac:spMkLst>
        </pc:spChg>
        <pc:spChg chg="add mod">
          <ac:chgData name="ROI FRIEDMAN" userId="S::roifr@rafael.co.il::e151349f-86c1-452e-b81b-4c9e72634829" providerId="AD" clId="Web-{344B7884-F294-4CBC-AED8-04012BE68301}" dt="2022-11-28T07:46:46.337" v="634" actId="1076"/>
          <ac:spMkLst>
            <pc:docMk/>
            <pc:sldMk cId="608256963" sldId="299"/>
            <ac:spMk id="61" creationId="{323B2B8F-A230-DD63-6F31-99ED35A8F5AE}"/>
          </ac:spMkLst>
        </pc:spChg>
        <pc:spChg chg="add mod">
          <ac:chgData name="ROI FRIEDMAN" userId="S::roifr@rafael.co.il::e151349f-86c1-452e-b81b-4c9e72634829" providerId="AD" clId="Web-{344B7884-F294-4CBC-AED8-04012BE68301}" dt="2022-11-28T07:47:11.822" v="638" actId="1076"/>
          <ac:spMkLst>
            <pc:docMk/>
            <pc:sldMk cId="608256963" sldId="299"/>
            <ac:spMk id="62" creationId="{AB12D560-40C3-0B37-06DA-FFBAB9C38D4D}"/>
          </ac:spMkLst>
        </pc:spChg>
        <pc:spChg chg="add mod">
          <ac:chgData name="ROI FRIEDMAN" userId="S::roifr@rafael.co.il::e151349f-86c1-452e-b81b-4c9e72634829" providerId="AD" clId="Web-{344B7884-F294-4CBC-AED8-04012BE68301}" dt="2022-11-28T07:48:32.060" v="652" actId="1076"/>
          <ac:spMkLst>
            <pc:docMk/>
            <pc:sldMk cId="608256963" sldId="299"/>
            <ac:spMk id="63" creationId="{20B01B05-2D20-2EA5-D7A4-4500F5DACC30}"/>
          </ac:spMkLst>
        </pc:spChg>
        <pc:spChg chg="add mod">
          <ac:chgData name="ROI FRIEDMAN" userId="S::roifr@rafael.co.il::e151349f-86c1-452e-b81b-4c9e72634829" providerId="AD" clId="Web-{344B7884-F294-4CBC-AED8-04012BE68301}" dt="2022-11-28T07:48:45.842" v="654" actId="1076"/>
          <ac:spMkLst>
            <pc:docMk/>
            <pc:sldMk cId="608256963" sldId="299"/>
            <ac:spMk id="64" creationId="{F048E89E-7335-E58B-408D-88E7AC39984B}"/>
          </ac:spMkLst>
        </pc:spChg>
        <pc:spChg chg="add del mod">
          <ac:chgData name="ROI FRIEDMAN" userId="S::roifr@rafael.co.il::e151349f-86c1-452e-b81b-4c9e72634829" providerId="AD" clId="Web-{344B7884-F294-4CBC-AED8-04012BE68301}" dt="2022-11-28T07:50:17.720" v="671" actId="20577"/>
          <ac:spMkLst>
            <pc:docMk/>
            <pc:sldMk cId="608256963" sldId="299"/>
            <ac:spMk id="65" creationId="{BA76745C-CCDF-3087-3618-094DE7A0FCC2}"/>
          </ac:spMkLst>
        </pc:spChg>
        <pc:spChg chg="add mod">
          <ac:chgData name="ROI FRIEDMAN" userId="S::roifr@rafael.co.il::e151349f-86c1-452e-b81b-4c9e72634829" providerId="AD" clId="Web-{344B7884-F294-4CBC-AED8-04012BE68301}" dt="2022-11-28T07:58:02.972" v="711" actId="1076"/>
          <ac:spMkLst>
            <pc:docMk/>
            <pc:sldMk cId="608256963" sldId="299"/>
            <ac:spMk id="68" creationId="{CFD66EDE-59EE-E42B-1851-A7E7243EAE56}"/>
          </ac:spMkLst>
        </pc:spChg>
        <pc:spChg chg="add mod">
          <ac:chgData name="ROI FRIEDMAN" userId="S::roifr@rafael.co.il::e151349f-86c1-452e-b81b-4c9e72634829" providerId="AD" clId="Web-{344B7884-F294-4CBC-AED8-04012BE68301}" dt="2022-11-28T08:09:49.047" v="737" actId="20577"/>
          <ac:spMkLst>
            <pc:docMk/>
            <pc:sldMk cId="608256963" sldId="299"/>
            <ac:spMk id="69" creationId="{6FDF618A-B372-4E01-EED1-E6DFFBDD6FDF}"/>
          </ac:spMkLst>
        </pc:spChg>
        <pc:spChg chg="add mod">
          <ac:chgData name="ROI FRIEDMAN" userId="S::roifr@rafael.co.il::e151349f-86c1-452e-b81b-4c9e72634829" providerId="AD" clId="Web-{344B7884-F294-4CBC-AED8-04012BE68301}" dt="2022-11-28T08:09:33.796" v="736" actId="1076"/>
          <ac:spMkLst>
            <pc:docMk/>
            <pc:sldMk cId="608256963" sldId="299"/>
            <ac:spMk id="70" creationId="{758AA10D-7205-34DA-32FA-72220DF6F1FE}"/>
          </ac:spMkLst>
        </pc:spChg>
        <pc:spChg chg="add mod">
          <ac:chgData name="ROI FRIEDMAN" userId="S::roifr@rafael.co.il::e151349f-86c1-452e-b81b-4c9e72634829" providerId="AD" clId="Web-{344B7884-F294-4CBC-AED8-04012BE68301}" dt="2022-11-28T08:09:14.905" v="734" actId="1076"/>
          <ac:spMkLst>
            <pc:docMk/>
            <pc:sldMk cId="608256963" sldId="299"/>
            <ac:spMk id="71" creationId="{1E67E7D9-257B-F9E9-55F1-A0B02C2CA858}"/>
          </ac:spMkLst>
        </pc:spChg>
        <pc:spChg chg="add mod">
          <ac:chgData name="ROI FRIEDMAN" userId="S::roifr@rafael.co.il::e151349f-86c1-452e-b81b-4c9e72634829" providerId="AD" clId="Web-{344B7884-F294-4CBC-AED8-04012BE68301}" dt="2022-11-28T08:09:10.248" v="733" actId="1076"/>
          <ac:spMkLst>
            <pc:docMk/>
            <pc:sldMk cId="608256963" sldId="299"/>
            <ac:spMk id="72" creationId="{65A59B6E-F6E9-821D-11B1-9285624C8970}"/>
          </ac:spMkLst>
        </pc:spChg>
        <pc:spChg chg="add mod">
          <ac:chgData name="ROI FRIEDMAN" userId="S::roifr@rafael.co.il::e151349f-86c1-452e-b81b-4c9e72634829" providerId="AD" clId="Web-{344B7884-F294-4CBC-AED8-04012BE68301}" dt="2022-11-28T08:09:03.529" v="732" actId="20577"/>
          <ac:spMkLst>
            <pc:docMk/>
            <pc:sldMk cId="608256963" sldId="299"/>
            <ac:spMk id="73" creationId="{934468F7-199A-C917-D08D-191A5C0C8806}"/>
          </ac:spMkLst>
        </pc:spChg>
        <pc:graphicFrameChg chg="add mod modGraphic">
          <ac:chgData name="ROI FRIEDMAN" userId="S::roifr@rafael.co.il::e151349f-86c1-452e-b81b-4c9e72634829" providerId="AD" clId="Web-{344B7884-F294-4CBC-AED8-04012BE68301}" dt="2022-11-28T07:25:49.601" v="490" actId="1076"/>
          <ac:graphicFrameMkLst>
            <pc:docMk/>
            <pc:sldMk cId="608256963" sldId="299"/>
            <ac:graphicFrameMk id="19" creationId="{CB089DA4-3259-FACD-66E4-4CD3C688EA72}"/>
          </ac:graphicFrameMkLst>
        </pc:graphicFrameChg>
        <pc:graphicFrameChg chg="add mod modGraphic">
          <ac:chgData name="ROI FRIEDMAN" userId="S::roifr@rafael.co.il::e151349f-86c1-452e-b81b-4c9e72634829" providerId="AD" clId="Web-{344B7884-F294-4CBC-AED8-04012BE68301}" dt="2022-11-28T07:26:16.586" v="491"/>
          <ac:graphicFrameMkLst>
            <pc:docMk/>
            <pc:sldMk cId="608256963" sldId="299"/>
            <ac:graphicFrameMk id="45" creationId="{43463B59-0D92-96CB-FCA5-52EE5EB7D295}"/>
          </ac:graphicFrameMkLst>
        </pc:graphicFrameChg>
        <pc:cxnChg chg="add del mod">
          <ac:chgData name="ROI FRIEDMAN" userId="S::roifr@rafael.co.il::e151349f-86c1-452e-b81b-4c9e72634829" providerId="AD" clId="Web-{344B7884-F294-4CBC-AED8-04012BE68301}" dt="2022-11-27T13:50:47.376" v="156"/>
          <ac:cxnSpMkLst>
            <pc:docMk/>
            <pc:sldMk cId="608256963" sldId="299"/>
            <ac:cxnSpMk id="18" creationId="{6F636AD0-DDD6-B4D1-9AAA-F7C18E7EABAA}"/>
          </ac:cxnSpMkLst>
        </pc:cxnChg>
        <pc:cxnChg chg="add del">
          <ac:chgData name="ROI FRIEDMAN" userId="S::roifr@rafael.co.il::e151349f-86c1-452e-b81b-4c9e72634829" providerId="AD" clId="Web-{344B7884-F294-4CBC-AED8-04012BE68301}" dt="2022-11-27T13:50:56.376" v="158"/>
          <ac:cxnSpMkLst>
            <pc:docMk/>
            <pc:sldMk cId="608256963" sldId="299"/>
            <ac:cxnSpMk id="19" creationId="{196AB068-146A-A0E9-CF2E-EE4A8A3F91A5}"/>
          </ac:cxnSpMkLst>
        </pc:cxnChg>
        <pc:cxnChg chg="add mod">
          <ac:chgData name="ROI FRIEDMAN" userId="S::roifr@rafael.co.il::e151349f-86c1-452e-b81b-4c9e72634829" providerId="AD" clId="Web-{344B7884-F294-4CBC-AED8-04012BE68301}" dt="2022-11-28T07:21:52.232" v="455" actId="14100"/>
          <ac:cxnSpMkLst>
            <pc:docMk/>
            <pc:sldMk cId="608256963" sldId="299"/>
            <ac:cxnSpMk id="20" creationId="{E842913E-8511-74FD-D96D-C0DC7ED912A4}"/>
          </ac:cxnSpMkLst>
        </pc:cxnChg>
        <pc:cxnChg chg="add del mod">
          <ac:chgData name="ROI FRIEDMAN" userId="S::roifr@rafael.co.il::e151349f-86c1-452e-b81b-4c9e72634829" providerId="AD" clId="Web-{344B7884-F294-4CBC-AED8-04012BE68301}" dt="2022-11-27T13:52:36.098" v="170"/>
          <ac:cxnSpMkLst>
            <pc:docMk/>
            <pc:sldMk cId="608256963" sldId="299"/>
            <ac:cxnSpMk id="21" creationId="{94848D75-658A-3D6A-BD6D-1C7656CEEABD}"/>
          </ac:cxnSpMkLst>
        </pc:cxnChg>
        <pc:cxnChg chg="add mod">
          <ac:chgData name="ROI FRIEDMAN" userId="S::roifr@rafael.co.il::e151349f-86c1-452e-b81b-4c9e72634829" providerId="AD" clId="Web-{344B7884-F294-4CBC-AED8-04012BE68301}" dt="2022-11-27T14:07:11.563" v="277" actId="1076"/>
          <ac:cxnSpMkLst>
            <pc:docMk/>
            <pc:sldMk cId="608256963" sldId="299"/>
            <ac:cxnSpMk id="22" creationId="{D0AECF68-8447-5FE3-0691-7D7903BE790B}"/>
          </ac:cxnSpMkLst>
        </pc:cxnChg>
        <pc:cxnChg chg="add mod">
          <ac:chgData name="ROI FRIEDMAN" userId="S::roifr@rafael.co.il::e151349f-86c1-452e-b81b-4c9e72634829" providerId="AD" clId="Web-{344B7884-F294-4CBC-AED8-04012BE68301}" dt="2022-11-27T14:07:33.314" v="279" actId="14100"/>
          <ac:cxnSpMkLst>
            <pc:docMk/>
            <pc:sldMk cId="608256963" sldId="299"/>
            <ac:cxnSpMk id="23" creationId="{2CB706B7-E61C-F96C-6A19-8A42BDDE93F7}"/>
          </ac:cxnSpMkLst>
        </pc:cxnChg>
        <pc:cxnChg chg="add mod">
          <ac:chgData name="ROI FRIEDMAN" userId="S::roifr@rafael.co.il::e151349f-86c1-452e-b81b-4c9e72634829" providerId="AD" clId="Web-{344B7884-F294-4CBC-AED8-04012BE68301}" dt="2022-11-27T13:59:30.439" v="226" actId="1076"/>
          <ac:cxnSpMkLst>
            <pc:docMk/>
            <pc:sldMk cId="608256963" sldId="299"/>
            <ac:cxnSpMk id="30" creationId="{94A74A05-BC5B-DA98-B6A2-38A9FB71C810}"/>
          </ac:cxnSpMkLst>
        </pc:cxnChg>
        <pc:cxnChg chg="add mod">
          <ac:chgData name="ROI FRIEDMAN" userId="S::roifr@rafael.co.il::e151349f-86c1-452e-b81b-4c9e72634829" providerId="AD" clId="Web-{344B7884-F294-4CBC-AED8-04012BE68301}" dt="2022-11-27T14:00:30.222" v="232" actId="14100"/>
          <ac:cxnSpMkLst>
            <pc:docMk/>
            <pc:sldMk cId="608256963" sldId="299"/>
            <ac:cxnSpMk id="31" creationId="{7F4630A5-8F23-C96E-F7C3-15033BE8E47E}"/>
          </ac:cxnSpMkLst>
        </pc:cxnChg>
        <pc:cxnChg chg="add mod">
          <ac:chgData name="ROI FRIEDMAN" userId="S::roifr@rafael.co.il::e151349f-86c1-452e-b81b-4c9e72634829" providerId="AD" clId="Web-{344B7884-F294-4CBC-AED8-04012BE68301}" dt="2022-11-27T14:00:35.800" v="233" actId="14100"/>
          <ac:cxnSpMkLst>
            <pc:docMk/>
            <pc:sldMk cId="608256963" sldId="299"/>
            <ac:cxnSpMk id="32" creationId="{0ADC624A-B4C7-629D-C330-A74C19927EF8}"/>
          </ac:cxnSpMkLst>
        </pc:cxnChg>
        <pc:cxnChg chg="add mod">
          <ac:chgData name="ROI FRIEDMAN" userId="S::roifr@rafael.co.il::e151349f-86c1-452e-b81b-4c9e72634829" providerId="AD" clId="Web-{344B7884-F294-4CBC-AED8-04012BE68301}" dt="2022-11-27T14:00:48.192" v="235" actId="14100"/>
          <ac:cxnSpMkLst>
            <pc:docMk/>
            <pc:sldMk cId="608256963" sldId="299"/>
            <ac:cxnSpMk id="33" creationId="{882D31B1-8221-2DA3-463C-60CBB2FED0C2}"/>
          </ac:cxnSpMkLst>
        </pc:cxnChg>
        <pc:cxnChg chg="add mod">
          <ac:chgData name="ROI FRIEDMAN" userId="S::roifr@rafael.co.il::e151349f-86c1-452e-b81b-4c9e72634829" providerId="AD" clId="Web-{344B7884-F294-4CBC-AED8-04012BE68301}" dt="2022-11-27T14:02:46.211" v="249" actId="14100"/>
          <ac:cxnSpMkLst>
            <pc:docMk/>
            <pc:sldMk cId="608256963" sldId="299"/>
            <ac:cxnSpMk id="34" creationId="{B4A5C3E6-8AFA-8F93-4ECD-977A80ECF1C2}"/>
          </ac:cxnSpMkLst>
        </pc:cxnChg>
        <pc:cxnChg chg="add mod">
          <ac:chgData name="ROI FRIEDMAN" userId="S::roifr@rafael.co.il::e151349f-86c1-452e-b81b-4c9e72634829" providerId="AD" clId="Web-{344B7884-F294-4CBC-AED8-04012BE68301}" dt="2022-11-27T14:02:35.914" v="248" actId="1076"/>
          <ac:cxnSpMkLst>
            <pc:docMk/>
            <pc:sldMk cId="608256963" sldId="299"/>
            <ac:cxnSpMk id="35" creationId="{3EDF1890-09F9-1282-316B-BCF301E38E78}"/>
          </ac:cxnSpMkLst>
        </pc:cxnChg>
        <pc:cxnChg chg="add mod">
          <ac:chgData name="ROI FRIEDMAN" userId="S::roifr@rafael.co.il::e151349f-86c1-452e-b81b-4c9e72634829" providerId="AD" clId="Web-{344B7884-F294-4CBC-AED8-04012BE68301}" dt="2022-11-27T14:03:21.399" v="252" actId="14100"/>
          <ac:cxnSpMkLst>
            <pc:docMk/>
            <pc:sldMk cId="608256963" sldId="299"/>
            <ac:cxnSpMk id="36" creationId="{B3B19EF8-D836-2FF2-4CD5-D3678A5D7945}"/>
          </ac:cxnSpMkLst>
        </pc:cxnChg>
        <pc:cxnChg chg="add mod">
          <ac:chgData name="ROI FRIEDMAN" userId="S::roifr@rafael.co.il::e151349f-86c1-452e-b81b-4c9e72634829" providerId="AD" clId="Web-{344B7884-F294-4CBC-AED8-04012BE68301}" dt="2022-11-27T14:03:56.776" v="257" actId="14100"/>
          <ac:cxnSpMkLst>
            <pc:docMk/>
            <pc:sldMk cId="608256963" sldId="299"/>
            <ac:cxnSpMk id="37" creationId="{E4C6AE77-A507-D4AB-46FA-F04ACEB9E194}"/>
          </ac:cxnSpMkLst>
        </pc:cxnChg>
        <pc:cxnChg chg="add mod">
          <ac:chgData name="ROI FRIEDMAN" userId="S::roifr@rafael.co.il::e151349f-86c1-452e-b81b-4c9e72634829" providerId="AD" clId="Web-{344B7884-F294-4CBC-AED8-04012BE68301}" dt="2022-11-27T14:04:37.464" v="260" actId="14100"/>
          <ac:cxnSpMkLst>
            <pc:docMk/>
            <pc:sldMk cId="608256963" sldId="299"/>
            <ac:cxnSpMk id="38" creationId="{9E188C18-4F25-0B7A-0680-C9E299F48884}"/>
          </ac:cxnSpMkLst>
        </pc:cxnChg>
        <pc:cxnChg chg="add mod">
          <ac:chgData name="ROI FRIEDMAN" userId="S::roifr@rafael.co.il::e151349f-86c1-452e-b81b-4c9e72634829" providerId="AD" clId="Web-{344B7884-F294-4CBC-AED8-04012BE68301}" dt="2022-11-27T14:05:11.481" v="264" actId="14100"/>
          <ac:cxnSpMkLst>
            <pc:docMk/>
            <pc:sldMk cId="608256963" sldId="299"/>
            <ac:cxnSpMk id="39" creationId="{77E784AD-0AB2-CAEF-73FB-751B8BFC5358}"/>
          </ac:cxnSpMkLst>
        </pc:cxnChg>
        <pc:cxnChg chg="add mod">
          <ac:chgData name="ROI FRIEDMAN" userId="S::roifr@rafael.co.il::e151349f-86c1-452e-b81b-4c9e72634829" providerId="AD" clId="Web-{344B7884-F294-4CBC-AED8-04012BE68301}" dt="2022-11-27T14:05:45.795" v="267" actId="14100"/>
          <ac:cxnSpMkLst>
            <pc:docMk/>
            <pc:sldMk cId="608256963" sldId="299"/>
            <ac:cxnSpMk id="40" creationId="{339755FF-38C7-9723-B6DF-76D3FAE0B8A3}"/>
          </ac:cxnSpMkLst>
        </pc:cxnChg>
        <pc:cxnChg chg="add mod">
          <ac:chgData name="ROI FRIEDMAN" userId="S::roifr@rafael.co.il::e151349f-86c1-452e-b81b-4c9e72634829" providerId="AD" clId="Web-{344B7884-F294-4CBC-AED8-04012BE68301}" dt="2022-11-27T14:06:11.373" v="270" actId="14100"/>
          <ac:cxnSpMkLst>
            <pc:docMk/>
            <pc:sldMk cId="608256963" sldId="299"/>
            <ac:cxnSpMk id="41" creationId="{A3B67D0A-FA53-91EE-8B29-7D8594C8C845}"/>
          </ac:cxnSpMkLst>
        </pc:cxnChg>
        <pc:cxnChg chg="add del">
          <ac:chgData name="ROI FRIEDMAN" userId="S::roifr@rafael.co.il::e151349f-86c1-452e-b81b-4c9e72634829" providerId="AD" clId="Web-{344B7884-F294-4CBC-AED8-04012BE68301}" dt="2022-11-28T07:34:38.793" v="558"/>
          <ac:cxnSpMkLst>
            <pc:docMk/>
            <pc:sldMk cId="608256963" sldId="299"/>
            <ac:cxnSpMk id="46" creationId="{E02F7BAE-047D-D034-AEB4-A2C6797CB17D}"/>
          </ac:cxnSpMkLst>
        </pc:cxnChg>
        <pc:cxnChg chg="add del mod">
          <ac:chgData name="ROI FRIEDMAN" userId="S::roifr@rafael.co.il::e151349f-86c1-452e-b81b-4c9e72634829" providerId="AD" clId="Web-{344B7884-F294-4CBC-AED8-04012BE68301}" dt="2022-11-28T07:34:34.902" v="557"/>
          <ac:cxnSpMkLst>
            <pc:docMk/>
            <pc:sldMk cId="608256963" sldId="299"/>
            <ac:cxnSpMk id="47" creationId="{395ABFE8-3746-0BA1-B1F9-C9E24F62DB5D}"/>
          </ac:cxnSpMkLst>
        </pc:cxnChg>
        <pc:cxnChg chg="add mod">
          <ac:chgData name="ROI FRIEDMAN" userId="S::roifr@rafael.co.il::e151349f-86c1-452e-b81b-4c9e72634829" providerId="AD" clId="Web-{344B7884-F294-4CBC-AED8-04012BE68301}" dt="2022-11-28T07:37:03.830" v="564"/>
          <ac:cxnSpMkLst>
            <pc:docMk/>
            <pc:sldMk cId="608256963" sldId="299"/>
            <ac:cxnSpMk id="48" creationId="{DD0A6CED-6AE8-8D24-7471-F37741832F7F}"/>
          </ac:cxnSpMkLst>
        </pc:cxnChg>
        <pc:cxnChg chg="add mod">
          <ac:chgData name="ROI FRIEDMAN" userId="S::roifr@rafael.co.il::e151349f-86c1-452e-b81b-4c9e72634829" providerId="AD" clId="Web-{344B7884-F294-4CBC-AED8-04012BE68301}" dt="2022-11-28T07:43:41.705" v="595" actId="1076"/>
          <ac:cxnSpMkLst>
            <pc:docMk/>
            <pc:sldMk cId="608256963" sldId="299"/>
            <ac:cxnSpMk id="50" creationId="{11B5556D-EAD6-ED1A-E870-CD90F5F0D8E5}"/>
          </ac:cxnSpMkLst>
        </pc:cxnChg>
        <pc:cxnChg chg="add del mod">
          <ac:chgData name="ROI FRIEDMAN" userId="S::roifr@rafael.co.il::e151349f-86c1-452e-b81b-4c9e72634829" providerId="AD" clId="Web-{344B7884-F294-4CBC-AED8-04012BE68301}" dt="2022-11-28T07:54:39.277" v="688"/>
          <ac:cxnSpMkLst>
            <pc:docMk/>
            <pc:sldMk cId="608256963" sldId="299"/>
            <ac:cxnSpMk id="51" creationId="{4151E9B2-A7A7-7F63-AE86-3A9DFBEB86B5}"/>
          </ac:cxnSpMkLst>
        </pc:cxnChg>
        <pc:cxnChg chg="add mod">
          <ac:chgData name="ROI FRIEDMAN" userId="S::roifr@rafael.co.il::e151349f-86c1-452e-b81b-4c9e72634829" providerId="AD" clId="Web-{344B7884-F294-4CBC-AED8-04012BE68301}" dt="2022-11-28T07:43:41.908" v="598" actId="1076"/>
          <ac:cxnSpMkLst>
            <pc:docMk/>
            <pc:sldMk cId="608256963" sldId="299"/>
            <ac:cxnSpMk id="54" creationId="{858C76F2-7861-066F-6C81-BBE2422D247F}"/>
          </ac:cxnSpMkLst>
        </pc:cxnChg>
        <pc:cxnChg chg="add del mod">
          <ac:chgData name="ROI FRIEDMAN" userId="S::roifr@rafael.co.il::e151349f-86c1-452e-b81b-4c9e72634829" providerId="AD" clId="Web-{344B7884-F294-4CBC-AED8-04012BE68301}" dt="2022-11-28T07:54:22.761" v="685"/>
          <ac:cxnSpMkLst>
            <pc:docMk/>
            <pc:sldMk cId="608256963" sldId="299"/>
            <ac:cxnSpMk id="55" creationId="{4B6FDE4C-4F81-DFFF-4A47-D241CB49A6B5}"/>
          </ac:cxnSpMkLst>
        </pc:cxnChg>
        <pc:cxnChg chg="add mod">
          <ac:chgData name="ROI FRIEDMAN" userId="S::roifr@rafael.co.il::e151349f-86c1-452e-b81b-4c9e72634829" providerId="AD" clId="Web-{344B7884-F294-4CBC-AED8-04012BE68301}" dt="2022-11-28T07:43:42.142" v="601" actId="1076"/>
          <ac:cxnSpMkLst>
            <pc:docMk/>
            <pc:sldMk cId="608256963" sldId="299"/>
            <ac:cxnSpMk id="57" creationId="{76011EB0-3922-0ACD-DB3B-F354C4D4F4FA}"/>
          </ac:cxnSpMkLst>
        </pc:cxnChg>
        <pc:cxnChg chg="add mod">
          <ac:chgData name="ROI FRIEDMAN" userId="S::roifr@rafael.co.il::e151349f-86c1-452e-b81b-4c9e72634829" providerId="AD" clId="Web-{344B7884-F294-4CBC-AED8-04012BE68301}" dt="2022-11-28T07:53:52.979" v="682" actId="14100"/>
          <ac:cxnSpMkLst>
            <pc:docMk/>
            <pc:sldMk cId="608256963" sldId="299"/>
            <ac:cxnSpMk id="58" creationId="{E21FC4A5-483E-49A3-5174-6571AA24A7C4}"/>
          </ac:cxnSpMkLst>
        </pc:cxnChg>
        <pc:cxnChg chg="add mod">
          <ac:chgData name="ROI FRIEDMAN" userId="S::roifr@rafael.co.il::e151349f-86c1-452e-b81b-4c9e72634829" providerId="AD" clId="Web-{344B7884-F294-4CBC-AED8-04012BE68301}" dt="2022-11-28T07:54:31.230" v="686" actId="1076"/>
          <ac:cxnSpMkLst>
            <pc:docMk/>
            <pc:sldMk cId="608256963" sldId="299"/>
            <ac:cxnSpMk id="66" creationId="{B3106FC9-CDD0-5937-36DF-5A7B8CA2386B}"/>
          </ac:cxnSpMkLst>
        </pc:cxnChg>
        <pc:cxnChg chg="add mod">
          <ac:chgData name="ROI FRIEDMAN" userId="S::roifr@rafael.co.il::e151349f-86c1-452e-b81b-4c9e72634829" providerId="AD" clId="Web-{344B7884-F294-4CBC-AED8-04012BE68301}" dt="2022-11-28T07:54:53.121" v="689" actId="1076"/>
          <ac:cxnSpMkLst>
            <pc:docMk/>
            <pc:sldMk cId="608256963" sldId="299"/>
            <ac:cxnSpMk id="67" creationId="{5E35B465-623C-3157-0FB5-475FD0560F9F}"/>
          </ac:cxnSpMkLst>
        </pc:cxnChg>
      </pc:sldChg>
    </pc:docChg>
  </pc:docChgLst>
  <pc:docChgLst>
    <pc:chgData name="ROI FRIEDMAN" userId="S::roifr@rafael.co.il::e151349f-86c1-452e-b81b-4c9e72634829" providerId="AD" clId="Web-{D1FBE93B-360E-4DF3-A0E2-69DEA8DDBB3C}"/>
    <pc:docChg chg="modSld">
      <pc:chgData name="ROI FRIEDMAN" userId="S::roifr@rafael.co.il::e151349f-86c1-452e-b81b-4c9e72634829" providerId="AD" clId="Web-{D1FBE93B-360E-4DF3-A0E2-69DEA8DDBB3C}" dt="2023-05-21T06:40:31.540" v="215"/>
      <pc:docMkLst>
        <pc:docMk/>
      </pc:docMkLst>
      <pc:sldChg chg="mod modShow">
        <pc:chgData name="ROI FRIEDMAN" userId="S::roifr@rafael.co.il::e151349f-86c1-452e-b81b-4c9e72634829" providerId="AD" clId="Web-{D1FBE93B-360E-4DF3-A0E2-69DEA8DDBB3C}" dt="2023-05-21T06:40:31.540" v="215"/>
        <pc:sldMkLst>
          <pc:docMk/>
          <pc:sldMk cId="779266000" sldId="293"/>
        </pc:sldMkLst>
      </pc:sldChg>
      <pc:sldChg chg="mod modShow">
        <pc:chgData name="ROI FRIEDMAN" userId="S::roifr@rafael.co.il::e151349f-86c1-452e-b81b-4c9e72634829" providerId="AD" clId="Web-{D1FBE93B-360E-4DF3-A0E2-69DEA8DDBB3C}" dt="2023-05-21T06:39:06.303" v="214"/>
        <pc:sldMkLst>
          <pc:docMk/>
          <pc:sldMk cId="2676484655" sldId="294"/>
        </pc:sldMkLst>
      </pc:sldChg>
      <pc:sldChg chg="mod modShow">
        <pc:chgData name="ROI FRIEDMAN" userId="S::roifr@rafael.co.il::e151349f-86c1-452e-b81b-4c9e72634829" providerId="AD" clId="Web-{D1FBE93B-360E-4DF3-A0E2-69DEA8DDBB3C}" dt="2023-05-21T06:38:58.006" v="213"/>
        <pc:sldMkLst>
          <pc:docMk/>
          <pc:sldMk cId="488393233" sldId="295"/>
        </pc:sldMkLst>
      </pc:sldChg>
      <pc:sldChg chg="addSp modSp">
        <pc:chgData name="ROI FRIEDMAN" userId="S::roifr@rafael.co.il::e151349f-86c1-452e-b81b-4c9e72634829" providerId="AD" clId="Web-{D1FBE93B-360E-4DF3-A0E2-69DEA8DDBB3C}" dt="2023-05-21T06:37:29.331" v="212" actId="1076"/>
        <pc:sldMkLst>
          <pc:docMk/>
          <pc:sldMk cId="608256963" sldId="299"/>
        </pc:sldMkLst>
        <pc:spChg chg="mod">
          <ac:chgData name="ROI FRIEDMAN" userId="S::roifr@rafael.co.il::e151349f-86c1-452e-b81b-4c9e72634829" providerId="AD" clId="Web-{D1FBE93B-360E-4DF3-A0E2-69DEA8DDBB3C}" dt="2023-05-21T06:34:35.793" v="194" actId="1076"/>
          <ac:spMkLst>
            <pc:docMk/>
            <pc:sldMk cId="608256963" sldId="299"/>
            <ac:spMk id="16" creationId="{2CE40106-A06B-1C76-F74E-B67DC9C301F4}"/>
          </ac:spMkLst>
        </pc:spChg>
        <pc:spChg chg="mod">
          <ac:chgData name="ROI FRIEDMAN" userId="S::roifr@rafael.co.il::e151349f-86c1-452e-b81b-4c9e72634829" providerId="AD" clId="Web-{D1FBE93B-360E-4DF3-A0E2-69DEA8DDBB3C}" dt="2023-05-21T06:29:27.813" v="17" actId="20577"/>
          <ac:spMkLst>
            <pc:docMk/>
            <pc:sldMk cId="608256963" sldId="299"/>
            <ac:spMk id="17" creationId="{EA1FB2C7-B819-DC53-169B-9472C1994BFD}"/>
          </ac:spMkLst>
        </pc:spChg>
        <pc:spChg chg="mod">
          <ac:chgData name="ROI FRIEDMAN" userId="S::roifr@rafael.co.il::e151349f-86c1-452e-b81b-4c9e72634829" providerId="AD" clId="Web-{D1FBE93B-360E-4DF3-A0E2-69DEA8DDBB3C}" dt="2023-05-21T06:34:06.511" v="191" actId="1076"/>
          <ac:spMkLst>
            <pc:docMk/>
            <pc:sldMk cId="608256963" sldId="299"/>
            <ac:spMk id="42" creationId="{9AB2B28F-DA3E-66C1-4A1E-F396731B9C21}"/>
          </ac:spMkLst>
        </pc:spChg>
        <pc:spChg chg="mod">
          <ac:chgData name="ROI FRIEDMAN" userId="S::roifr@rafael.co.il::e151349f-86c1-452e-b81b-4c9e72634829" providerId="AD" clId="Web-{D1FBE93B-360E-4DF3-A0E2-69DEA8DDBB3C}" dt="2023-05-21T06:25:36.118" v="0" actId="14100"/>
          <ac:spMkLst>
            <pc:docMk/>
            <pc:sldMk cId="608256963" sldId="299"/>
            <ac:spMk id="43" creationId="{16B5A482-379A-DB08-9F1B-09FC6F704548}"/>
          </ac:spMkLst>
        </pc:spChg>
        <pc:spChg chg="add mod">
          <ac:chgData name="ROI FRIEDMAN" userId="S::roifr@rafael.co.il::e151349f-86c1-452e-b81b-4c9e72634829" providerId="AD" clId="Web-{D1FBE93B-360E-4DF3-A0E2-69DEA8DDBB3C}" dt="2023-05-21T06:37:29.331" v="212" actId="1076"/>
          <ac:spMkLst>
            <pc:docMk/>
            <pc:sldMk cId="608256963" sldId="299"/>
            <ac:spMk id="46" creationId="{CF07F2D1-2FF7-7454-7D56-94E010311447}"/>
          </ac:spMkLst>
        </pc:spChg>
        <pc:spChg chg="add mod">
          <ac:chgData name="ROI FRIEDMAN" userId="S::roifr@rafael.co.il::e151349f-86c1-452e-b81b-4c9e72634829" providerId="AD" clId="Web-{D1FBE93B-360E-4DF3-A0E2-69DEA8DDBB3C}" dt="2023-05-21T06:36:00.156" v="211" actId="1076"/>
          <ac:spMkLst>
            <pc:docMk/>
            <pc:sldMk cId="608256963" sldId="299"/>
            <ac:spMk id="47" creationId="{BBFCED3D-43BB-275A-B68F-D76DC20FB2C6}"/>
          </ac:spMkLst>
        </pc:spChg>
        <pc:cxnChg chg="mod">
          <ac:chgData name="ROI FRIEDMAN" userId="S::roifr@rafael.co.il::e151349f-86c1-452e-b81b-4c9e72634829" providerId="AD" clId="Web-{D1FBE93B-360E-4DF3-A0E2-69DEA8DDBB3C}" dt="2023-05-21T06:34:22.011" v="192" actId="14100"/>
          <ac:cxnSpMkLst>
            <pc:docMk/>
            <pc:sldMk cId="608256963" sldId="299"/>
            <ac:cxnSpMk id="20" creationId="{E842913E-8511-74FD-D96D-C0DC7ED912A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FD9F6237-A692-438B-9B07-EE573655C8E3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70B4AC5C-3915-4DEF-99A9-8036B53F469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26880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1) להראות את כל סוגי קריאות המערכת: </a:t>
            </a:r>
            <a:r>
              <a:rPr lang="en-US" dirty="0"/>
              <a:t>man </a:t>
            </a:r>
            <a:r>
              <a:rPr lang="en-US" dirty="0" err="1"/>
              <a:t>syscalls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4AC5C-3915-4DEF-99A9-8036B53F4691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9904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40F8-E84A-49E6-8956-F8250C789DC9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8045-F987-435C-ACA5-F17FBF19AC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7679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40F8-E84A-49E6-8956-F8250C789DC9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8045-F987-435C-ACA5-F17FBF19AC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90920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40F8-E84A-49E6-8956-F8250C789DC9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8045-F987-435C-ACA5-F17FBF19AC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7327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40F8-E84A-49E6-8956-F8250C789DC9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8045-F987-435C-ACA5-F17FBF19AC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06744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40F8-E84A-49E6-8956-F8250C789DC9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8045-F987-435C-ACA5-F17FBF19AC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38800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40F8-E84A-49E6-8956-F8250C789DC9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8045-F987-435C-ACA5-F17FBF19AC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69580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40F8-E84A-49E6-8956-F8250C789DC9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8045-F987-435C-ACA5-F17FBF19AC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83464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40F8-E84A-49E6-8956-F8250C789DC9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8045-F987-435C-ACA5-F17FBF19AC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906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40F8-E84A-49E6-8956-F8250C789DC9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8045-F987-435C-ACA5-F17FBF19AC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33330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40F8-E84A-49E6-8956-F8250C789DC9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8045-F987-435C-ACA5-F17FBF19AC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77844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040F8-E84A-49E6-8956-F8250C789DC9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38045-F987-435C-ACA5-F17FBF19AC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68502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040F8-E84A-49E6-8956-F8250C789DC9}" type="datetimeFigureOut">
              <a:rPr lang="he-IL" smtClean="0"/>
              <a:t>ט'/תמוז/תשפ"ו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38045-F987-435C-ACA5-F17FBF19AC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031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tags" Target="../tags/tag34.xml"/><Relationship Id="rId26" Type="http://schemas.openxmlformats.org/officeDocument/2006/relationships/tags" Target="../tags/tag42.xml"/><Relationship Id="rId3" Type="http://schemas.openxmlformats.org/officeDocument/2006/relationships/tags" Target="../tags/tag19.xml"/><Relationship Id="rId21" Type="http://schemas.openxmlformats.org/officeDocument/2006/relationships/tags" Target="../tags/tag37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tags" Target="../tags/tag33.xml"/><Relationship Id="rId25" Type="http://schemas.openxmlformats.org/officeDocument/2006/relationships/tags" Target="../tags/tag41.xml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20" Type="http://schemas.openxmlformats.org/officeDocument/2006/relationships/tags" Target="../tags/tag36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24" Type="http://schemas.openxmlformats.org/officeDocument/2006/relationships/tags" Target="../tags/tag40.xml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23" Type="http://schemas.openxmlformats.org/officeDocument/2006/relationships/tags" Target="../tags/tag39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26.xml"/><Relationship Id="rId19" Type="http://schemas.openxmlformats.org/officeDocument/2006/relationships/tags" Target="../tags/tag35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tags" Target="../tags/tag38.xml"/><Relationship Id="rId27" Type="http://schemas.openxmlformats.org/officeDocument/2006/relationships/tags" Target="../tags/tag4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הרצאה 4 – קריאות מערכת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בלמ"ס</a:t>
            </a:r>
          </a:p>
        </p:txBody>
      </p:sp>
    </p:spTree>
    <p:extLst>
      <p:ext uri="{BB962C8B-B14F-4D97-AF65-F5344CB8AC3E}">
        <p14:creationId xmlns:p14="http://schemas.microsoft.com/office/powerpoint/2010/main" val="2050193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033" y="670088"/>
            <a:ext cx="6449934" cy="5099479"/>
          </a:xfrm>
          <a:prstGeom prst="rect">
            <a:avLst/>
          </a:prstGeom>
        </p:spPr>
      </p:pic>
      <p:sp>
        <p:nvSpPr>
          <p:cNvPr id="5" name="Footer Placeholder 3"/>
          <p:cNvSpPr>
            <a:spLocks noGrp="1"/>
          </p:cNvSpPr>
          <p:nvPr>
            <p:ph type="ftr" idx="4294967295"/>
            <p:custDataLst>
              <p:tags r:id="rId1"/>
            </p:custDataLst>
          </p:nvPr>
        </p:nvSpPr>
        <p:spPr>
          <a:xfrm>
            <a:off x="4038599" y="6432291"/>
            <a:ext cx="4114800" cy="365125"/>
          </a:xfrm>
          <a:ln>
            <a:miter lim="800000"/>
          </a:ln>
        </p:spPr>
        <p:txBody>
          <a:bodyPr>
            <a:noAutofit/>
          </a:bodyPr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r>
              <a:rPr lang="he-IL" altLang="en-US" dirty="0">
                <a:ln>
                  <a:noFill/>
                </a:ln>
              </a:rPr>
              <a:t>בלמ"ס</a:t>
            </a:r>
            <a:endParaRPr lang="en-US" altLang="en-US" dirty="0">
              <a:ln>
                <a:noFill/>
              </a:ln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43C93451-A436-EAA1-9980-39FB6877D9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703" y="3903980"/>
            <a:ext cx="306821" cy="306821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B944A87D-9D35-8949-9549-3F3745B732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057" y="3916018"/>
            <a:ext cx="306821" cy="306821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E15DDB5C-7DAC-9087-9415-B0CB34A485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022" y="3903981"/>
            <a:ext cx="306821" cy="306821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03CEEDA2-A0F8-C32E-143E-45D565D525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057" y="2215879"/>
            <a:ext cx="306821" cy="306821"/>
          </a:xfrm>
          <a:prstGeom prst="rect">
            <a:avLst/>
          </a:prstGeom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8FF37023-CAB3-ED3C-9EC8-6772EE8D9B62}"/>
              </a:ext>
            </a:extLst>
          </p:cNvPr>
          <p:cNvSpPr txBox="1"/>
          <p:nvPr/>
        </p:nvSpPr>
        <p:spPr>
          <a:xfrm>
            <a:off x="1519518" y="4694270"/>
            <a:ext cx="1313485" cy="738664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wrap="square" rtlCol="1">
            <a:spAutoFit/>
          </a:bodyPr>
          <a:lstStyle/>
          <a:p>
            <a:pPr algn="l" rtl="0"/>
            <a:r>
              <a:rPr lang="en-US" altLang="en-US" sz="1050" dirty="0"/>
              <a:t>mov %</a:t>
            </a:r>
            <a:r>
              <a:rPr lang="en-US" altLang="en-US" sz="1050" dirty="0" err="1"/>
              <a:t>ebp</a:t>
            </a:r>
            <a:r>
              <a:rPr lang="en-US" altLang="en-US" sz="1050" dirty="0"/>
              <a:t>,%</a:t>
            </a:r>
            <a:r>
              <a:rPr lang="en-US" altLang="en-US" sz="1050" dirty="0" err="1"/>
              <a:t>ebx</a:t>
            </a:r>
            <a:endParaRPr lang="en-US" altLang="en-US" sz="1050" dirty="0"/>
          </a:p>
          <a:p>
            <a:pPr algn="l" rtl="0"/>
            <a:r>
              <a:rPr lang="en-US" altLang="en-US" sz="1050" dirty="0"/>
              <a:t>add %</a:t>
            </a:r>
            <a:r>
              <a:rPr lang="en-US" altLang="en-US" sz="1050" dirty="0" err="1"/>
              <a:t>ebx</a:t>
            </a:r>
            <a:r>
              <a:rPr lang="en-US" altLang="en-US" sz="1050" dirty="0"/>
              <a:t>,%</a:t>
            </a:r>
            <a:r>
              <a:rPr lang="en-US" altLang="en-US" sz="1050" dirty="0" err="1"/>
              <a:t>eax</a:t>
            </a:r>
            <a:endParaRPr lang="en-US" altLang="en-US" sz="1050" dirty="0"/>
          </a:p>
          <a:p>
            <a:pPr algn="l" rtl="0"/>
            <a:r>
              <a:rPr lang="en-US" sz="1050" dirty="0"/>
              <a:t>cli</a:t>
            </a:r>
          </a:p>
          <a:p>
            <a:pPr algn="l" rtl="0"/>
            <a:r>
              <a:rPr lang="en-US" sz="1050" dirty="0" err="1"/>
              <a:t>sti</a:t>
            </a:r>
            <a:endParaRPr lang="he-IL" sz="1050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958D46A6-69EE-4D49-FC55-D6C34BBF1F37}"/>
              </a:ext>
            </a:extLst>
          </p:cNvPr>
          <p:cNvSpPr txBox="1"/>
          <p:nvPr/>
        </p:nvSpPr>
        <p:spPr>
          <a:xfrm>
            <a:off x="5360895" y="5693627"/>
            <a:ext cx="1391848" cy="738664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wrap="square" rtlCol="1">
            <a:spAutoFit/>
          </a:bodyPr>
          <a:lstStyle/>
          <a:p>
            <a:pPr algn="l" rtl="0"/>
            <a:r>
              <a:rPr lang="en-US" altLang="en-US" sz="1050" dirty="0"/>
              <a:t>int array[10];</a:t>
            </a:r>
          </a:p>
          <a:p>
            <a:pPr algn="l" rtl="0"/>
            <a:r>
              <a:rPr lang="en-US" altLang="en-US" sz="1050" dirty="0"/>
              <a:t>int *</a:t>
            </a:r>
            <a:r>
              <a:rPr lang="en-US" altLang="en-US" sz="1050" dirty="0" err="1"/>
              <a:t>addr</a:t>
            </a:r>
            <a:r>
              <a:rPr lang="en-US" altLang="en-US" sz="1050" dirty="0"/>
              <a:t> = malloc();</a:t>
            </a:r>
          </a:p>
          <a:p>
            <a:pPr algn="l" rtl="0"/>
            <a:r>
              <a:rPr lang="en-US" altLang="en-US" sz="1050" b="1" dirty="0"/>
              <a:t>*</a:t>
            </a:r>
            <a:r>
              <a:rPr lang="en-US" altLang="en-US" sz="1050" b="1" dirty="0" err="1"/>
              <a:t>addr</a:t>
            </a:r>
            <a:r>
              <a:rPr lang="en-US" altLang="en-US" sz="1050" b="1" dirty="0"/>
              <a:t> = 0x80;</a:t>
            </a:r>
          </a:p>
          <a:p>
            <a:pPr algn="l" rtl="0"/>
            <a:r>
              <a:rPr lang="en-US" sz="1050" dirty="0"/>
              <a:t>array[5] = 0x80;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9C0FC6C6-04B8-090A-B9A6-149C56CD9C30}"/>
              </a:ext>
            </a:extLst>
          </p:cNvPr>
          <p:cNvSpPr txBox="1"/>
          <p:nvPr/>
        </p:nvSpPr>
        <p:spPr>
          <a:xfrm>
            <a:off x="9320967" y="4694270"/>
            <a:ext cx="1313485" cy="41549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dash"/>
          </a:ln>
        </p:spPr>
        <p:txBody>
          <a:bodyPr wrap="square" rtlCol="1">
            <a:spAutoFit/>
          </a:bodyPr>
          <a:lstStyle/>
          <a:p>
            <a:pPr algn="l" rtl="0"/>
            <a:r>
              <a:rPr lang="en-US" altLang="en-US" sz="1050" dirty="0"/>
              <a:t>int *</a:t>
            </a:r>
            <a:r>
              <a:rPr lang="en-US" altLang="en-US" sz="1050" dirty="0" err="1"/>
              <a:t>addr</a:t>
            </a:r>
            <a:r>
              <a:rPr lang="en-US" altLang="en-US" sz="1050" dirty="0"/>
              <a:t> = 0x2b000; </a:t>
            </a:r>
            <a:r>
              <a:rPr lang="en-US" altLang="en-US" sz="1050" b="1" dirty="0"/>
              <a:t>*</a:t>
            </a:r>
            <a:r>
              <a:rPr lang="en-US" altLang="en-US" sz="1050" b="1" dirty="0" err="1"/>
              <a:t>addr</a:t>
            </a:r>
            <a:r>
              <a:rPr lang="en-US" altLang="en-US" sz="1050" b="1" dirty="0"/>
              <a:t> = 0x80;</a:t>
            </a:r>
          </a:p>
        </p:txBody>
      </p:sp>
      <p:sp>
        <p:nvSpPr>
          <p:cNvPr id="14" name="אליפסה 13">
            <a:extLst>
              <a:ext uri="{FF2B5EF4-FFF2-40B4-BE49-F238E27FC236}">
                <a16:creationId xmlns:a16="http://schemas.microsoft.com/office/drawing/2014/main" id="{E5823F13-7C87-AAE7-F4BA-A9C9C48234B8}"/>
              </a:ext>
            </a:extLst>
          </p:cNvPr>
          <p:cNvSpPr/>
          <p:nvPr/>
        </p:nvSpPr>
        <p:spPr>
          <a:xfrm>
            <a:off x="3481659" y="3927890"/>
            <a:ext cx="504908" cy="2829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אליפסה 14">
            <a:extLst>
              <a:ext uri="{FF2B5EF4-FFF2-40B4-BE49-F238E27FC236}">
                <a16:creationId xmlns:a16="http://schemas.microsoft.com/office/drawing/2014/main" id="{4D966182-4B5B-5076-4FCE-731E0DBC4D96}"/>
              </a:ext>
            </a:extLst>
          </p:cNvPr>
          <p:cNvSpPr/>
          <p:nvPr/>
        </p:nvSpPr>
        <p:spPr>
          <a:xfrm>
            <a:off x="7679978" y="3927035"/>
            <a:ext cx="504908" cy="2829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אליפסה 15">
            <a:extLst>
              <a:ext uri="{FF2B5EF4-FFF2-40B4-BE49-F238E27FC236}">
                <a16:creationId xmlns:a16="http://schemas.microsoft.com/office/drawing/2014/main" id="{CEECBBCA-6219-AB4B-9713-2C1A304C57FF}"/>
              </a:ext>
            </a:extLst>
          </p:cNvPr>
          <p:cNvSpPr/>
          <p:nvPr/>
        </p:nvSpPr>
        <p:spPr>
          <a:xfrm>
            <a:off x="5549013" y="3927035"/>
            <a:ext cx="504908" cy="2829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218DE198-1ED8-CCC6-61B4-6E6C42618E40}"/>
              </a:ext>
            </a:extLst>
          </p:cNvPr>
          <p:cNvSpPr txBox="1"/>
          <p:nvPr/>
        </p:nvSpPr>
        <p:spPr>
          <a:xfrm>
            <a:off x="609699" y="3804699"/>
            <a:ext cx="1956021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כל פקודות המכונה </a:t>
            </a:r>
            <a:r>
              <a:rPr lang="he-IL" u="sng" dirty="0"/>
              <a:t>מלבד</a:t>
            </a:r>
            <a:r>
              <a:rPr lang="he-IL" dirty="0"/>
              <a:t> </a:t>
            </a:r>
            <a:r>
              <a:rPr lang="en-US" dirty="0"/>
              <a:t>load</a:t>
            </a:r>
            <a:r>
              <a:rPr lang="he-IL" dirty="0"/>
              <a:t> ו - </a:t>
            </a:r>
            <a:r>
              <a:rPr lang="en-US" dirty="0"/>
              <a:t>store</a:t>
            </a:r>
            <a:endParaRPr lang="he-IL" dirty="0"/>
          </a:p>
        </p:txBody>
      </p:sp>
      <p:cxnSp>
        <p:nvCxnSpPr>
          <p:cNvPr id="6" name="מחבר חץ ישר 5">
            <a:extLst>
              <a:ext uri="{FF2B5EF4-FFF2-40B4-BE49-F238E27FC236}">
                <a16:creationId xmlns:a16="http://schemas.microsoft.com/office/drawing/2014/main" id="{B507356B-0FF9-1F5E-35BF-786C0A5DEFCD}"/>
              </a:ext>
            </a:extLst>
          </p:cNvPr>
          <p:cNvCxnSpPr>
            <a:cxnSpLocks/>
          </p:cNvCxnSpPr>
          <p:nvPr/>
        </p:nvCxnSpPr>
        <p:spPr>
          <a:xfrm>
            <a:off x="1725433" y="4405023"/>
            <a:ext cx="170953" cy="2892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959411C8-DA70-8BEA-9CB7-E0DA923C68CF}"/>
              </a:ext>
            </a:extLst>
          </p:cNvPr>
          <p:cNvSpPr txBox="1"/>
          <p:nvPr/>
        </p:nvSpPr>
        <p:spPr>
          <a:xfrm>
            <a:off x="8650415" y="5864746"/>
            <a:ext cx="165056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פקודות מכונה</a:t>
            </a:r>
          </a:p>
          <a:p>
            <a:r>
              <a:rPr lang="he-IL" dirty="0"/>
              <a:t> </a:t>
            </a:r>
            <a:r>
              <a:rPr lang="en-US" dirty="0"/>
              <a:t>load</a:t>
            </a:r>
            <a:r>
              <a:rPr lang="he-IL" dirty="0"/>
              <a:t> ו - </a:t>
            </a:r>
            <a:r>
              <a:rPr lang="en-US" dirty="0"/>
              <a:t>store</a:t>
            </a:r>
            <a:endParaRPr lang="he-IL" dirty="0"/>
          </a:p>
        </p:txBody>
      </p:sp>
      <p:cxnSp>
        <p:nvCxnSpPr>
          <p:cNvPr id="21" name="מחבר חץ ישר 20">
            <a:extLst>
              <a:ext uri="{FF2B5EF4-FFF2-40B4-BE49-F238E27FC236}">
                <a16:creationId xmlns:a16="http://schemas.microsoft.com/office/drawing/2014/main" id="{9AC0100C-E02B-694B-ABA5-5B330002657D}"/>
              </a:ext>
            </a:extLst>
          </p:cNvPr>
          <p:cNvCxnSpPr>
            <a:cxnSpLocks/>
          </p:cNvCxnSpPr>
          <p:nvPr/>
        </p:nvCxnSpPr>
        <p:spPr>
          <a:xfrm flipV="1">
            <a:off x="9669792" y="5180275"/>
            <a:ext cx="0" cy="7246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מחבר חץ ישר 23">
            <a:extLst>
              <a:ext uri="{FF2B5EF4-FFF2-40B4-BE49-F238E27FC236}">
                <a16:creationId xmlns:a16="http://schemas.microsoft.com/office/drawing/2014/main" id="{B2D67897-7DFD-2664-7DE4-BE532D85578F}"/>
              </a:ext>
            </a:extLst>
          </p:cNvPr>
          <p:cNvCxnSpPr>
            <a:cxnSpLocks/>
          </p:cNvCxnSpPr>
          <p:nvPr/>
        </p:nvCxnSpPr>
        <p:spPr>
          <a:xfrm flipH="1" flipV="1">
            <a:off x="6830170" y="6142383"/>
            <a:ext cx="2047461" cy="455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68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80DC6A-1A5E-D45C-0593-0134CBD85FCD}"/>
              </a:ext>
            </a:extLst>
          </p:cNvPr>
          <p:cNvSpPr/>
          <p:nvPr/>
        </p:nvSpPr>
        <p:spPr>
          <a:xfrm>
            <a:off x="8078837" y="1655097"/>
            <a:ext cx="1237226" cy="9504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92FB3-6586-D721-7D1C-12E63D6C6243}"/>
              </a:ext>
            </a:extLst>
          </p:cNvPr>
          <p:cNvSpPr txBox="1"/>
          <p:nvPr/>
        </p:nvSpPr>
        <p:spPr>
          <a:xfrm>
            <a:off x="8078838" y="1655098"/>
            <a:ext cx="121264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 err="1">
                <a:cs typeface="Calibri"/>
              </a:rPr>
              <a:t>קוד</a:t>
            </a:r>
            <a:r>
              <a:rPr lang="en-US" sz="1400" dirty="0">
                <a:cs typeface="Calibri"/>
              </a:rPr>
              <a:t> </a:t>
            </a:r>
            <a:r>
              <a:rPr lang="en-US" sz="1400" dirty="0" err="1">
                <a:cs typeface="Calibri"/>
              </a:rPr>
              <a:t>לקריאה</a:t>
            </a:r>
            <a:r>
              <a:rPr lang="en-US" sz="1400" dirty="0">
                <a:cs typeface="Calibri"/>
              </a:rPr>
              <a:t> / </a:t>
            </a:r>
            <a:r>
              <a:rPr lang="en-US" sz="1400" dirty="0" err="1">
                <a:cs typeface="Calibri"/>
              </a:rPr>
              <a:t>כתיבה</a:t>
            </a:r>
            <a:r>
              <a:rPr lang="en-US" sz="1400" dirty="0">
                <a:cs typeface="Calibri"/>
              </a:rPr>
              <a:t> </a:t>
            </a:r>
            <a:r>
              <a:rPr lang="en-US" sz="1400" dirty="0" err="1">
                <a:cs typeface="Calibri"/>
              </a:rPr>
              <a:t>ל</a:t>
            </a:r>
            <a:r>
              <a:rPr lang="en-US" sz="1400" b="1" dirty="0" err="1">
                <a:cs typeface="Calibri"/>
              </a:rPr>
              <a:t>מבני</a:t>
            </a:r>
            <a:r>
              <a:rPr lang="en-US" sz="1400" b="1" dirty="0">
                <a:cs typeface="Calibri"/>
              </a:rPr>
              <a:t> </a:t>
            </a:r>
            <a:r>
              <a:rPr lang="en-US" sz="1400" b="1" dirty="0" err="1">
                <a:cs typeface="Calibri"/>
              </a:rPr>
              <a:t>נתונים</a:t>
            </a:r>
            <a:r>
              <a:rPr lang="en-US" sz="1400" b="1" dirty="0">
                <a:cs typeface="Calibri"/>
              </a:rPr>
              <a:t> </a:t>
            </a:r>
            <a:r>
              <a:rPr lang="en-US" sz="1400" b="1" dirty="0" err="1">
                <a:cs typeface="Calibri"/>
              </a:rPr>
              <a:t>של</a:t>
            </a:r>
            <a:r>
              <a:rPr lang="en-US" sz="1400" b="1" dirty="0">
                <a:cs typeface="Calibri"/>
              </a:rPr>
              <a:t> ה- kernel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7FFCCE-D6B9-23E8-5CD3-45909FE7B7F6}"/>
              </a:ext>
            </a:extLst>
          </p:cNvPr>
          <p:cNvSpPr/>
          <p:nvPr/>
        </p:nvSpPr>
        <p:spPr>
          <a:xfrm>
            <a:off x="8078837" y="2605548"/>
            <a:ext cx="1237226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4D9068-8CC5-0CF2-F1F2-081E47AFCE86}"/>
              </a:ext>
            </a:extLst>
          </p:cNvPr>
          <p:cNvSpPr txBox="1"/>
          <p:nvPr/>
        </p:nvSpPr>
        <p:spPr>
          <a:xfrm>
            <a:off x="8119806" y="2605549"/>
            <a:ext cx="116348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 err="1">
                <a:cs typeface="Calibri"/>
              </a:rPr>
              <a:t>קוד</a:t>
            </a:r>
            <a:r>
              <a:rPr lang="en-US" sz="1400" dirty="0">
                <a:cs typeface="Calibri"/>
              </a:rPr>
              <a:t> </a:t>
            </a:r>
            <a:r>
              <a:rPr lang="en-US" sz="1400" dirty="0" err="1">
                <a:cs typeface="Calibri"/>
              </a:rPr>
              <a:t>לקריאה</a:t>
            </a:r>
            <a:r>
              <a:rPr lang="en-US" sz="1400" dirty="0">
                <a:cs typeface="Calibri"/>
              </a:rPr>
              <a:t> / </a:t>
            </a:r>
            <a:r>
              <a:rPr lang="en-US" sz="1400" dirty="0" err="1">
                <a:cs typeface="Calibri"/>
              </a:rPr>
              <a:t>כתיבה</a:t>
            </a:r>
            <a:r>
              <a:rPr lang="en-US" sz="1400" dirty="0">
                <a:cs typeface="Calibri"/>
              </a:rPr>
              <a:t> </a:t>
            </a:r>
            <a:r>
              <a:rPr lang="en-US" sz="1400" dirty="0" err="1">
                <a:cs typeface="Calibri"/>
              </a:rPr>
              <a:t>ל</a:t>
            </a:r>
            <a:r>
              <a:rPr lang="en-US" sz="1400" b="1" dirty="0" err="1">
                <a:cs typeface="Calibri"/>
              </a:rPr>
              <a:t>התקני</a:t>
            </a:r>
            <a:r>
              <a:rPr lang="en-US" sz="1400" b="1" dirty="0">
                <a:cs typeface="Calibri"/>
              </a:rPr>
              <a:t> </a:t>
            </a:r>
            <a:r>
              <a:rPr lang="en-US" sz="1400" b="1" dirty="0" err="1">
                <a:cs typeface="Calibri"/>
              </a:rPr>
              <a:t>חומרה</a:t>
            </a:r>
            <a:endParaRPr lang="en-US" sz="1400" b="1" dirty="0"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373687-089E-BA50-0999-D5D853DCA983}"/>
              </a:ext>
            </a:extLst>
          </p:cNvPr>
          <p:cNvSpPr/>
          <p:nvPr/>
        </p:nvSpPr>
        <p:spPr>
          <a:xfrm>
            <a:off x="8070643" y="4129548"/>
            <a:ext cx="1237226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DE2549-013D-9CBE-7460-68DF3C2E6C33}"/>
              </a:ext>
            </a:extLst>
          </p:cNvPr>
          <p:cNvSpPr txBox="1"/>
          <p:nvPr/>
        </p:nvSpPr>
        <p:spPr>
          <a:xfrm>
            <a:off x="8168967" y="4244259"/>
            <a:ext cx="11225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 err="1">
                <a:cs typeface="Calibri"/>
              </a:rPr>
              <a:t>קוד</a:t>
            </a:r>
            <a:r>
              <a:rPr lang="en-US" sz="1400" dirty="0">
                <a:cs typeface="Calibri"/>
              </a:rPr>
              <a:t> </a:t>
            </a:r>
            <a:r>
              <a:rPr lang="en-US" sz="1400" dirty="0" err="1">
                <a:cs typeface="Calibri"/>
              </a:rPr>
              <a:t>לאתחול</a:t>
            </a:r>
            <a:r>
              <a:rPr lang="en-US" sz="1400" dirty="0">
                <a:cs typeface="Calibri"/>
              </a:rPr>
              <a:t> </a:t>
            </a:r>
            <a:r>
              <a:rPr lang="en-US" sz="1400" dirty="0" err="1">
                <a:cs typeface="Calibri"/>
              </a:rPr>
              <a:t>המערכת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8EF39-030D-A913-DB1E-4007A248E90E}"/>
              </a:ext>
            </a:extLst>
          </p:cNvPr>
          <p:cNvSpPr/>
          <p:nvPr/>
        </p:nvSpPr>
        <p:spPr>
          <a:xfrm>
            <a:off x="8070643" y="3367548"/>
            <a:ext cx="1237226" cy="762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EF0986-CA03-5CF4-BBFA-AD6AA9BFFBBD}"/>
              </a:ext>
            </a:extLst>
          </p:cNvPr>
          <p:cNvSpPr txBox="1"/>
          <p:nvPr/>
        </p:nvSpPr>
        <p:spPr>
          <a:xfrm>
            <a:off x="8160773" y="3457678"/>
            <a:ext cx="11225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 err="1">
                <a:cs typeface="Calibri"/>
              </a:rPr>
              <a:t>פונקציית</a:t>
            </a:r>
            <a:r>
              <a:rPr lang="en-US" sz="1400" dirty="0">
                <a:cs typeface="Calibri"/>
              </a:rPr>
              <a:t> ה- Scheduler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B6E9D5-51AA-B574-8731-BAA0B7E6779B}"/>
              </a:ext>
            </a:extLst>
          </p:cNvPr>
          <p:cNvSpPr/>
          <p:nvPr/>
        </p:nvSpPr>
        <p:spPr>
          <a:xfrm>
            <a:off x="1843548" y="3490452"/>
            <a:ext cx="2089354" cy="1589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6B17F7-29BC-F549-C7B7-DE0FB6169908}"/>
              </a:ext>
            </a:extLst>
          </p:cNvPr>
          <p:cNvSpPr txBox="1"/>
          <p:nvPr/>
        </p:nvSpPr>
        <p:spPr>
          <a:xfrm>
            <a:off x="2597354" y="3182729"/>
            <a:ext cx="5817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cs typeface="Calibri"/>
              </a:rPr>
              <a:t>CPU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0E14EB-2148-1555-4A6C-6CE6DA42D8A2}"/>
              </a:ext>
            </a:extLst>
          </p:cNvPr>
          <p:cNvSpPr txBox="1"/>
          <p:nvPr/>
        </p:nvSpPr>
        <p:spPr>
          <a:xfrm>
            <a:off x="2023806" y="4285224"/>
            <a:ext cx="180258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 err="1">
                <a:cs typeface="Calibri"/>
              </a:rPr>
              <a:t>מספר</a:t>
            </a:r>
            <a:r>
              <a:rPr lang="en-US" sz="1400" dirty="0">
                <a:cs typeface="Calibri"/>
              </a:rPr>
              <a:t> </a:t>
            </a:r>
            <a:r>
              <a:rPr lang="en-US" sz="1400" dirty="0" err="1">
                <a:cs typeface="Calibri"/>
              </a:rPr>
              <a:t>הפסיקה</a:t>
            </a:r>
            <a:endParaRPr lang="en-US" sz="1400"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365A29-DF12-559B-1369-A28003F56AD1}"/>
              </a:ext>
            </a:extLst>
          </p:cNvPr>
          <p:cNvSpPr txBox="1"/>
          <p:nvPr/>
        </p:nvSpPr>
        <p:spPr>
          <a:xfrm>
            <a:off x="2023805" y="4694902"/>
            <a:ext cx="180258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 err="1">
                <a:cs typeface="Calibri"/>
              </a:rPr>
              <a:t>מצביע</a:t>
            </a:r>
            <a:r>
              <a:rPr lang="en-US" sz="1400" dirty="0">
                <a:cs typeface="Calibri"/>
              </a:rPr>
              <a:t> </a:t>
            </a:r>
            <a:r>
              <a:rPr lang="en-US" sz="1400" dirty="0" err="1">
                <a:cs typeface="Calibri"/>
              </a:rPr>
              <a:t>לטבלת</a:t>
            </a:r>
            <a:r>
              <a:rPr lang="en-US" sz="1400" dirty="0">
                <a:cs typeface="Calibri"/>
              </a:rPr>
              <a:t> </a:t>
            </a:r>
            <a:r>
              <a:rPr lang="en-US" sz="1400" dirty="0" err="1">
                <a:cs typeface="Calibri"/>
              </a:rPr>
              <a:t>הפסיקות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CE40106-A06B-1C76-F74E-B67DC9C301F4}"/>
              </a:ext>
            </a:extLst>
          </p:cNvPr>
          <p:cNvSpPr/>
          <p:nvPr/>
        </p:nvSpPr>
        <p:spPr>
          <a:xfrm>
            <a:off x="6259871" y="5293031"/>
            <a:ext cx="2171289" cy="8685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1FB2C7-B819-DC53-169B-9472C1994BFD}"/>
              </a:ext>
            </a:extLst>
          </p:cNvPr>
          <p:cNvSpPr txBox="1"/>
          <p:nvPr/>
        </p:nvSpPr>
        <p:spPr>
          <a:xfrm>
            <a:off x="6661356" y="5006258"/>
            <a:ext cx="125361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u="sng" err="1">
                <a:cs typeface="Calibri" panose="020F0502020204030204"/>
              </a:rPr>
              <a:t>קוד</a:t>
            </a:r>
            <a:r>
              <a:rPr lang="en-US" sz="1400" b="1" u="sng" dirty="0">
                <a:cs typeface="Calibri" panose="020F0502020204030204"/>
              </a:rPr>
              <a:t> </a:t>
            </a:r>
            <a:r>
              <a:rPr lang="en-US" sz="1400" b="1" u="sng" err="1">
                <a:cs typeface="Calibri" panose="020F0502020204030204"/>
              </a:rPr>
              <a:t>אפליקציה</a:t>
            </a:r>
            <a:endParaRPr lang="en-US" sz="1400" b="1" u="sng">
              <a:cs typeface="Calibri" panose="020F0502020204030204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42913E-8511-74FD-D96D-C0DC7ED912A4}"/>
              </a:ext>
            </a:extLst>
          </p:cNvPr>
          <p:cNvCxnSpPr>
            <a:cxnSpLocks/>
          </p:cNvCxnSpPr>
          <p:nvPr/>
        </p:nvCxnSpPr>
        <p:spPr>
          <a:xfrm flipV="1">
            <a:off x="862767" y="6016004"/>
            <a:ext cx="5659298" cy="384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0AECF68-8447-5FE3-0691-7D7903BE790B}"/>
              </a:ext>
            </a:extLst>
          </p:cNvPr>
          <p:cNvCxnSpPr>
            <a:cxnSpLocks/>
          </p:cNvCxnSpPr>
          <p:nvPr/>
        </p:nvCxnSpPr>
        <p:spPr>
          <a:xfrm flipH="1">
            <a:off x="862767" y="4958734"/>
            <a:ext cx="3291" cy="106111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B706B7-E61C-F96C-6A19-8A42BDDE93F7}"/>
              </a:ext>
            </a:extLst>
          </p:cNvPr>
          <p:cNvCxnSpPr/>
          <p:nvPr/>
        </p:nvCxnSpPr>
        <p:spPr>
          <a:xfrm flipV="1">
            <a:off x="861450" y="4942654"/>
            <a:ext cx="971752" cy="19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A64E486-EBE2-8142-55C6-5AA7C673C1A6}"/>
              </a:ext>
            </a:extLst>
          </p:cNvPr>
          <p:cNvSpPr txBox="1"/>
          <p:nvPr/>
        </p:nvSpPr>
        <p:spPr>
          <a:xfrm>
            <a:off x="2105741" y="1032387"/>
            <a:ext cx="14748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err="1">
                <a:cs typeface="Calibri"/>
              </a:rPr>
              <a:t>שעון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FFB58E-9C23-2EF2-557C-9A8F47D95319}"/>
              </a:ext>
            </a:extLst>
          </p:cNvPr>
          <p:cNvSpPr txBox="1"/>
          <p:nvPr/>
        </p:nvSpPr>
        <p:spPr>
          <a:xfrm>
            <a:off x="406400" y="136504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cs typeface="Calibri"/>
              </a:rPr>
              <a:t>כרטיס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רשת</a:t>
            </a:r>
            <a:endParaRPr lang="en-US" dirty="0" err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48A958-CE2A-061F-2BCD-FAF3C01C8E3C}"/>
              </a:ext>
            </a:extLst>
          </p:cNvPr>
          <p:cNvSpPr txBox="1"/>
          <p:nvPr/>
        </p:nvSpPr>
        <p:spPr>
          <a:xfrm>
            <a:off x="406400" y="171736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cs typeface="Calibri"/>
              </a:rPr>
              <a:t>מקלדת</a:t>
            </a:r>
            <a:endParaRPr lang="en-US" dirty="0" err="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C1B35E-034E-9D4D-7C8E-4292D1F13D20}"/>
              </a:ext>
            </a:extLst>
          </p:cNvPr>
          <p:cNvSpPr txBox="1"/>
          <p:nvPr/>
        </p:nvSpPr>
        <p:spPr>
          <a:xfrm>
            <a:off x="365432" y="211065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FPGA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4A74A05-BC5B-DA98-B6A2-38A9FB71C810}"/>
              </a:ext>
            </a:extLst>
          </p:cNvPr>
          <p:cNvCxnSpPr/>
          <p:nvPr/>
        </p:nvCxnSpPr>
        <p:spPr>
          <a:xfrm flipH="1">
            <a:off x="840760" y="1257811"/>
            <a:ext cx="1133988" cy="13109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4630A5-8F23-C96E-F7C3-15033BE8E47E}"/>
              </a:ext>
            </a:extLst>
          </p:cNvPr>
          <p:cNvCxnSpPr>
            <a:cxnSpLocks/>
          </p:cNvCxnSpPr>
          <p:nvPr/>
        </p:nvCxnSpPr>
        <p:spPr>
          <a:xfrm flipH="1">
            <a:off x="963663" y="1593746"/>
            <a:ext cx="1011085" cy="21302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ADC624A-B4C7-629D-C330-A74C19927EF8}"/>
              </a:ext>
            </a:extLst>
          </p:cNvPr>
          <p:cNvCxnSpPr>
            <a:cxnSpLocks/>
          </p:cNvCxnSpPr>
          <p:nvPr/>
        </p:nvCxnSpPr>
        <p:spPr>
          <a:xfrm flipH="1">
            <a:off x="1102952" y="1946068"/>
            <a:ext cx="871795" cy="13109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82D31B1-8221-2DA3-463C-60CBB2FED0C2}"/>
              </a:ext>
            </a:extLst>
          </p:cNvPr>
          <p:cNvCxnSpPr>
            <a:cxnSpLocks/>
          </p:cNvCxnSpPr>
          <p:nvPr/>
        </p:nvCxnSpPr>
        <p:spPr>
          <a:xfrm flipH="1">
            <a:off x="1275016" y="2290197"/>
            <a:ext cx="699731" cy="491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4A5C3E6-8AFA-8F93-4ECD-977A80ECF1C2}"/>
              </a:ext>
            </a:extLst>
          </p:cNvPr>
          <p:cNvCxnSpPr/>
          <p:nvPr/>
        </p:nvCxnSpPr>
        <p:spPr>
          <a:xfrm>
            <a:off x="855816" y="1261397"/>
            <a:ext cx="13108" cy="347898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EDF1890-09F9-1282-316B-BCF301E38E78}"/>
              </a:ext>
            </a:extLst>
          </p:cNvPr>
          <p:cNvCxnSpPr/>
          <p:nvPr/>
        </p:nvCxnSpPr>
        <p:spPr>
          <a:xfrm flipV="1">
            <a:off x="867595" y="4719380"/>
            <a:ext cx="979947" cy="11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3B19EF8-D836-2FF2-4CD5-D3678A5D7945}"/>
              </a:ext>
            </a:extLst>
          </p:cNvPr>
          <p:cNvCxnSpPr>
            <a:cxnSpLocks/>
          </p:cNvCxnSpPr>
          <p:nvPr/>
        </p:nvCxnSpPr>
        <p:spPr>
          <a:xfrm>
            <a:off x="954138" y="1605526"/>
            <a:ext cx="13108" cy="295459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4C6AE77-A507-D4AB-46FA-F04ACEB9E194}"/>
              </a:ext>
            </a:extLst>
          </p:cNvPr>
          <p:cNvCxnSpPr/>
          <p:nvPr/>
        </p:nvCxnSpPr>
        <p:spPr>
          <a:xfrm flipV="1">
            <a:off x="961310" y="4567288"/>
            <a:ext cx="881622" cy="11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E188C18-4F25-0B7A-0680-C9E299F48884}"/>
              </a:ext>
            </a:extLst>
          </p:cNvPr>
          <p:cNvCxnSpPr>
            <a:cxnSpLocks/>
          </p:cNvCxnSpPr>
          <p:nvPr/>
        </p:nvCxnSpPr>
        <p:spPr>
          <a:xfrm>
            <a:off x="1093428" y="1949655"/>
            <a:ext cx="13108" cy="24384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E784AD-0AB2-CAEF-73FB-751B8BFC5358}"/>
              </a:ext>
            </a:extLst>
          </p:cNvPr>
          <p:cNvCxnSpPr/>
          <p:nvPr/>
        </p:nvCxnSpPr>
        <p:spPr>
          <a:xfrm flipV="1">
            <a:off x="1104184" y="4382420"/>
            <a:ext cx="725947" cy="3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39755FF-38C7-9723-B6DF-76D3FAE0B8A3}"/>
              </a:ext>
            </a:extLst>
          </p:cNvPr>
          <p:cNvCxnSpPr>
            <a:cxnSpLocks/>
          </p:cNvCxnSpPr>
          <p:nvPr/>
        </p:nvCxnSpPr>
        <p:spPr>
          <a:xfrm flipH="1">
            <a:off x="1294987" y="2293783"/>
            <a:ext cx="3279" cy="192220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3B67D0A-FA53-91EE-8B29-7D8594C8C845}"/>
              </a:ext>
            </a:extLst>
          </p:cNvPr>
          <p:cNvCxnSpPr/>
          <p:nvPr/>
        </p:nvCxnSpPr>
        <p:spPr>
          <a:xfrm flipV="1">
            <a:off x="1296219" y="4197554"/>
            <a:ext cx="545690" cy="3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AB2B28F-DA3E-66C1-4A1E-F396731B9C21}"/>
              </a:ext>
            </a:extLst>
          </p:cNvPr>
          <p:cNvSpPr txBox="1"/>
          <p:nvPr/>
        </p:nvSpPr>
        <p:spPr>
          <a:xfrm>
            <a:off x="5239557" y="5599316"/>
            <a:ext cx="10651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cs typeface="Calibri"/>
              </a:rPr>
              <a:t>int 128;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6B5A482-379A-DB08-9F1B-09FC6F704548}"/>
              </a:ext>
            </a:extLst>
          </p:cNvPr>
          <p:cNvSpPr/>
          <p:nvPr/>
        </p:nvSpPr>
        <p:spPr>
          <a:xfrm>
            <a:off x="5317614" y="1655097"/>
            <a:ext cx="2761224" cy="3244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FEC8E-3DA0-777C-F166-B967D61EC214}"/>
              </a:ext>
            </a:extLst>
          </p:cNvPr>
          <p:cNvSpPr txBox="1"/>
          <p:nvPr/>
        </p:nvSpPr>
        <p:spPr>
          <a:xfrm>
            <a:off x="5661742" y="1655098"/>
            <a:ext cx="218767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u="sng" dirty="0" err="1">
                <a:cs typeface="Calibri" panose="020F0502020204030204"/>
              </a:rPr>
              <a:t>מבני</a:t>
            </a:r>
            <a:r>
              <a:rPr lang="en-US" sz="1600" u="sng" dirty="0">
                <a:cs typeface="Calibri" panose="020F0502020204030204"/>
              </a:rPr>
              <a:t> </a:t>
            </a:r>
            <a:r>
              <a:rPr lang="en-US" sz="1600" u="sng" dirty="0" err="1">
                <a:cs typeface="Calibri" panose="020F0502020204030204"/>
              </a:rPr>
              <a:t>נתונים</a:t>
            </a:r>
            <a:r>
              <a:rPr lang="en-US" sz="1600" u="sng" dirty="0">
                <a:cs typeface="Calibri" panose="020F0502020204030204"/>
              </a:rPr>
              <a:t> </a:t>
            </a:r>
            <a:r>
              <a:rPr lang="en-US" sz="1600" u="sng" dirty="0" err="1">
                <a:cs typeface="Calibri" panose="020F0502020204030204"/>
              </a:rPr>
              <a:t>של</a:t>
            </a:r>
            <a:r>
              <a:rPr lang="en-US" sz="1600" u="sng" dirty="0">
                <a:cs typeface="Calibri" panose="020F0502020204030204"/>
              </a:rPr>
              <a:t> ה - kernel</a:t>
            </a:r>
          </a:p>
        </p:txBody>
      </p:sp>
      <p:graphicFrame>
        <p:nvGraphicFramePr>
          <p:cNvPr id="45" name="Table 45">
            <a:extLst>
              <a:ext uri="{FF2B5EF4-FFF2-40B4-BE49-F238E27FC236}">
                <a16:creationId xmlns:a16="http://schemas.microsoft.com/office/drawing/2014/main" id="{43463B59-0D92-96CB-FCA5-52EE5EB7D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868231"/>
              </p:ext>
            </p:extLst>
          </p:nvPr>
        </p:nvGraphicFramePr>
        <p:xfrm>
          <a:off x="5432322" y="3113548"/>
          <a:ext cx="1016975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16975">
                  <a:extLst>
                    <a:ext uri="{9D8B030D-6E8A-4147-A177-3AD203B41FA5}">
                      <a16:colId xmlns:a16="http://schemas.microsoft.com/office/drawing/2014/main" val="481782733"/>
                    </a:ext>
                  </a:extLst>
                </a:gridCol>
              </a:tblGrid>
              <a:tr h="198693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599903"/>
                  </a:ext>
                </a:extLst>
              </a:tr>
              <a:tr h="198693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86949"/>
                  </a:ext>
                </a:extLst>
              </a:tr>
              <a:tr h="198693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92083"/>
                  </a:ext>
                </a:extLst>
              </a:tr>
              <a:tr h="198693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108799"/>
                  </a:ext>
                </a:extLst>
              </a:tr>
              <a:tr h="198693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790872"/>
                  </a:ext>
                </a:extLst>
              </a:tr>
              <a:tr h="198693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968260"/>
                  </a:ext>
                </a:extLst>
              </a:tr>
              <a:tr h="198693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338849"/>
                  </a:ext>
                </a:extLst>
              </a:tr>
              <a:tr h="198693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74934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19A62F8-5FE7-C026-2F5B-81589F24BE92}"/>
              </a:ext>
            </a:extLst>
          </p:cNvPr>
          <p:cNvSpPr txBox="1"/>
          <p:nvPr/>
        </p:nvSpPr>
        <p:spPr>
          <a:xfrm>
            <a:off x="3277419" y="311355"/>
            <a:ext cx="507180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u="sng" dirty="0" err="1">
                <a:cs typeface="Calibri" panose="020F0502020204030204"/>
              </a:rPr>
              <a:t>יחסי</a:t>
            </a:r>
            <a:r>
              <a:rPr lang="en-US" sz="2000" u="sng" dirty="0">
                <a:cs typeface="Calibri" panose="020F0502020204030204"/>
              </a:rPr>
              <a:t> </a:t>
            </a:r>
            <a:r>
              <a:rPr lang="en-US" sz="2000" u="sng" dirty="0" err="1">
                <a:cs typeface="Calibri" panose="020F0502020204030204"/>
              </a:rPr>
              <a:t>הגומלין</a:t>
            </a:r>
            <a:r>
              <a:rPr lang="en-US" sz="2000" u="sng" dirty="0">
                <a:cs typeface="Calibri" panose="020F0502020204030204"/>
              </a:rPr>
              <a:t> </a:t>
            </a:r>
            <a:r>
              <a:rPr lang="en-US" sz="2000" u="sng" dirty="0" err="1">
                <a:cs typeface="Calibri" panose="020F0502020204030204"/>
              </a:rPr>
              <a:t>בין</a:t>
            </a:r>
            <a:r>
              <a:rPr lang="en-US" sz="2000" u="sng" dirty="0">
                <a:cs typeface="Calibri" panose="020F0502020204030204"/>
              </a:rPr>
              <a:t> ה- kernel </a:t>
            </a:r>
            <a:r>
              <a:rPr lang="en-US" sz="2000" u="sng" dirty="0" err="1">
                <a:cs typeface="Calibri" panose="020F0502020204030204"/>
              </a:rPr>
              <a:t>לסביבתו</a:t>
            </a:r>
            <a:endParaRPr lang="en-US" sz="2000" u="sng" dirty="0">
              <a:cs typeface="Calibri" panose="020F050202020403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CAE96F-8AA0-9326-3AA9-44DFDFAD071D}"/>
              </a:ext>
            </a:extLst>
          </p:cNvPr>
          <p:cNvSpPr/>
          <p:nvPr/>
        </p:nvSpPr>
        <p:spPr>
          <a:xfrm>
            <a:off x="4653935" y="1253613"/>
            <a:ext cx="5317612" cy="4932516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101E87-AD3C-6523-5A2C-E521E4E921F2}"/>
              </a:ext>
            </a:extLst>
          </p:cNvPr>
          <p:cNvSpPr txBox="1"/>
          <p:nvPr/>
        </p:nvSpPr>
        <p:spPr>
          <a:xfrm>
            <a:off x="6620386" y="835741"/>
            <a:ext cx="131916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>
                <a:cs typeface="Calibri"/>
              </a:rPr>
              <a:t>RAM</a:t>
            </a:r>
          </a:p>
        </p:txBody>
      </p:sp>
      <p:graphicFrame>
        <p:nvGraphicFramePr>
          <p:cNvPr id="19" name="Table 20">
            <a:extLst>
              <a:ext uri="{FF2B5EF4-FFF2-40B4-BE49-F238E27FC236}">
                <a16:creationId xmlns:a16="http://schemas.microsoft.com/office/drawing/2014/main" id="{CB089DA4-3259-FACD-66E4-4CD3C688E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949941"/>
              </p:ext>
            </p:extLst>
          </p:nvPr>
        </p:nvGraphicFramePr>
        <p:xfrm>
          <a:off x="6546644" y="3465870"/>
          <a:ext cx="1443453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3453">
                  <a:extLst>
                    <a:ext uri="{9D8B030D-6E8A-4147-A177-3AD203B41FA5}">
                      <a16:colId xmlns:a16="http://schemas.microsoft.com/office/drawing/2014/main" val="976574296"/>
                    </a:ext>
                  </a:extLst>
                </a:gridCol>
              </a:tblGrid>
              <a:tr h="138119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62286"/>
                  </a:ext>
                </a:extLst>
              </a:tr>
              <a:tr h="138119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323998"/>
                  </a:ext>
                </a:extLst>
              </a:tr>
              <a:tr h="138119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200451"/>
                  </a:ext>
                </a:extLst>
              </a:tr>
              <a:tr h="138119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227049"/>
                  </a:ext>
                </a:extLst>
              </a:tr>
              <a:tr h="138119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798794"/>
                  </a:ext>
                </a:extLst>
              </a:tr>
              <a:tr h="138119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717624"/>
                  </a:ext>
                </a:extLst>
              </a:tr>
              <a:tr h="138119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95135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1668B359-9CC9-954F-1B31-572AC9022F3E}"/>
              </a:ext>
            </a:extLst>
          </p:cNvPr>
          <p:cNvSpPr txBox="1"/>
          <p:nvPr/>
        </p:nvSpPr>
        <p:spPr>
          <a:xfrm>
            <a:off x="5489677" y="2867742"/>
            <a:ext cx="884903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dirty="0" err="1">
                <a:cs typeface="Calibri"/>
              </a:rPr>
              <a:t>טבלת</a:t>
            </a:r>
            <a:r>
              <a:rPr lang="en-US" sz="1100" dirty="0">
                <a:cs typeface="Calibri"/>
              </a:rPr>
              <a:t> </a:t>
            </a:r>
            <a:r>
              <a:rPr lang="en-US" sz="1100" dirty="0" err="1">
                <a:cs typeface="Calibri"/>
              </a:rPr>
              <a:t>פסיקות</a:t>
            </a:r>
            <a:endParaRPr lang="en-US" sz="1100" dirty="0"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B59B60-C2D5-73E8-8649-5AE741C41C27}"/>
              </a:ext>
            </a:extLst>
          </p:cNvPr>
          <p:cNvSpPr txBox="1"/>
          <p:nvPr/>
        </p:nvSpPr>
        <p:spPr>
          <a:xfrm>
            <a:off x="6227097" y="3056194"/>
            <a:ext cx="216309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dirty="0" err="1">
                <a:cs typeface="Calibri"/>
              </a:rPr>
              <a:t>טבלת</a:t>
            </a:r>
            <a:r>
              <a:rPr lang="en-US" sz="1100" dirty="0">
                <a:cs typeface="Calibri"/>
              </a:rPr>
              <a:t> </a:t>
            </a:r>
            <a:r>
              <a:rPr lang="en-US" sz="1100" dirty="0" err="1">
                <a:cs typeface="Calibri"/>
              </a:rPr>
              <a:t>מיפוי</a:t>
            </a:r>
            <a:r>
              <a:rPr lang="en-US" sz="1100" dirty="0">
                <a:cs typeface="Calibri"/>
              </a:rPr>
              <a:t> </a:t>
            </a:r>
            <a:r>
              <a:rPr lang="en-US" sz="1100" dirty="0" err="1">
                <a:cs typeface="Calibri"/>
              </a:rPr>
              <a:t>מכתובות</a:t>
            </a:r>
            <a:endParaRPr lang="en-US" dirty="0" err="1">
              <a:cs typeface="Calibri" panose="020F0502020204030204"/>
            </a:endParaRPr>
          </a:p>
          <a:p>
            <a:pPr algn="ctr"/>
            <a:r>
              <a:rPr lang="en-US" sz="1100" dirty="0">
                <a:cs typeface="Calibri"/>
              </a:rPr>
              <a:t> </a:t>
            </a:r>
            <a:r>
              <a:rPr lang="en-US" sz="1100" dirty="0" err="1">
                <a:cs typeface="Calibri"/>
              </a:rPr>
              <a:t>וירטואליות</a:t>
            </a:r>
            <a:r>
              <a:rPr lang="en-US" sz="1100" dirty="0">
                <a:cs typeface="Calibri"/>
              </a:rPr>
              <a:t> </a:t>
            </a:r>
            <a:r>
              <a:rPr lang="en-US" sz="1100" dirty="0" err="1">
                <a:cs typeface="Calibri"/>
              </a:rPr>
              <a:t>לפיסיות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3145B1-545A-BD7A-C3CB-57436886E1F5}"/>
              </a:ext>
            </a:extLst>
          </p:cNvPr>
          <p:cNvSpPr txBox="1"/>
          <p:nvPr/>
        </p:nvSpPr>
        <p:spPr>
          <a:xfrm>
            <a:off x="2023806" y="3891933"/>
            <a:ext cx="180258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cs typeface="Calibri"/>
              </a:rPr>
              <a:t>CS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DD0A6CED-6AE8-8D24-7471-F37741832F7F}"/>
              </a:ext>
            </a:extLst>
          </p:cNvPr>
          <p:cNvCxnSpPr/>
          <p:nvPr/>
        </p:nvCxnSpPr>
        <p:spPr>
          <a:xfrm flipV="1">
            <a:off x="3825465" y="4760348"/>
            <a:ext cx="1586270" cy="150761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B798E74-48F7-5E36-E93F-32D47AB2AE94}"/>
              </a:ext>
            </a:extLst>
          </p:cNvPr>
          <p:cNvSpPr/>
          <p:nvPr/>
        </p:nvSpPr>
        <p:spPr>
          <a:xfrm>
            <a:off x="5727289" y="2367935"/>
            <a:ext cx="262193" cy="2539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1B5556D-EAD6-ED1A-E870-CD90F5F0D8E5}"/>
              </a:ext>
            </a:extLst>
          </p:cNvPr>
          <p:cNvCxnSpPr/>
          <p:nvPr/>
        </p:nvCxnSpPr>
        <p:spPr>
          <a:xfrm>
            <a:off x="5975759" y="2423855"/>
            <a:ext cx="332656" cy="4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5E935669-F86E-7792-057C-A5A9C9EF598C}"/>
              </a:ext>
            </a:extLst>
          </p:cNvPr>
          <p:cNvSpPr/>
          <p:nvPr/>
        </p:nvSpPr>
        <p:spPr>
          <a:xfrm>
            <a:off x="6300837" y="2367935"/>
            <a:ext cx="262193" cy="2539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58C76F2-7861-066F-6C81-BBE2422D247F}"/>
              </a:ext>
            </a:extLst>
          </p:cNvPr>
          <p:cNvCxnSpPr>
            <a:cxnSpLocks/>
          </p:cNvCxnSpPr>
          <p:nvPr/>
        </p:nvCxnSpPr>
        <p:spPr>
          <a:xfrm>
            <a:off x="6573888" y="2432048"/>
            <a:ext cx="332656" cy="4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9A38B2F-AEF4-E008-B681-E414A774AFDE}"/>
              </a:ext>
            </a:extLst>
          </p:cNvPr>
          <p:cNvSpPr/>
          <p:nvPr/>
        </p:nvSpPr>
        <p:spPr>
          <a:xfrm>
            <a:off x="6898966" y="2376128"/>
            <a:ext cx="262193" cy="2539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6011EB0-3922-0ACD-DB3B-F354C4D4F4FA}"/>
              </a:ext>
            </a:extLst>
          </p:cNvPr>
          <p:cNvCxnSpPr>
            <a:cxnSpLocks/>
          </p:cNvCxnSpPr>
          <p:nvPr/>
        </p:nvCxnSpPr>
        <p:spPr>
          <a:xfrm>
            <a:off x="7172016" y="2432048"/>
            <a:ext cx="332656" cy="4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21FC4A5-483E-49A3-5174-6571AA24A7C4}"/>
              </a:ext>
            </a:extLst>
          </p:cNvPr>
          <p:cNvCxnSpPr>
            <a:cxnSpLocks/>
          </p:cNvCxnSpPr>
          <p:nvPr/>
        </p:nvCxnSpPr>
        <p:spPr>
          <a:xfrm flipH="1">
            <a:off x="7155936" y="2566731"/>
            <a:ext cx="347406" cy="4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5E227BB-059F-7139-95D1-8BBA5A2D4CD7}"/>
              </a:ext>
            </a:extLst>
          </p:cNvPr>
          <p:cNvSpPr/>
          <p:nvPr/>
        </p:nvSpPr>
        <p:spPr>
          <a:xfrm>
            <a:off x="7497094" y="2376128"/>
            <a:ext cx="262193" cy="2539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F7E2B82-CA39-95D9-4029-EFC1B6A2847B}"/>
              </a:ext>
            </a:extLst>
          </p:cNvPr>
          <p:cNvSpPr txBox="1"/>
          <p:nvPr/>
        </p:nvSpPr>
        <p:spPr>
          <a:xfrm>
            <a:off x="6087806" y="2089354"/>
            <a:ext cx="128638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dirty="0" err="1">
                <a:cs typeface="Calibri" panose="020F0502020204030204"/>
              </a:rPr>
              <a:t>רשימת</a:t>
            </a:r>
            <a:r>
              <a:rPr lang="en-US" sz="1100" dirty="0">
                <a:cs typeface="Calibri" panose="020F0502020204030204"/>
              </a:rPr>
              <a:t> </a:t>
            </a:r>
            <a:r>
              <a:rPr lang="en-US" sz="1100" dirty="0" err="1">
                <a:cs typeface="Calibri" panose="020F0502020204030204"/>
              </a:rPr>
              <a:t>התהליכים</a:t>
            </a:r>
            <a:endParaRPr lang="en-US" sz="1100" dirty="0">
              <a:cs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23B2B8F-A230-DD63-6F31-99ED35A8F5AE}"/>
              </a:ext>
            </a:extLst>
          </p:cNvPr>
          <p:cNvSpPr txBox="1"/>
          <p:nvPr/>
        </p:nvSpPr>
        <p:spPr>
          <a:xfrm>
            <a:off x="5317613" y="4383548"/>
            <a:ext cx="17206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dirty="0">
                <a:cs typeface="Calibri"/>
              </a:rPr>
              <a:t>1</a:t>
            </a:r>
            <a:endParaRPr lang="en-US" sz="11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12D560-40C3-0B37-06DA-FFBAB9C38D4D}"/>
              </a:ext>
            </a:extLst>
          </p:cNvPr>
          <p:cNvSpPr txBox="1"/>
          <p:nvPr/>
        </p:nvSpPr>
        <p:spPr>
          <a:xfrm>
            <a:off x="5317612" y="4154128"/>
            <a:ext cx="17206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dirty="0">
                <a:cs typeface="Calibri"/>
              </a:rPr>
              <a:t>2</a:t>
            </a:r>
            <a:endParaRPr lang="en-US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0B01B05-2D20-2EA5-D7A4-4500F5DACC30}"/>
              </a:ext>
            </a:extLst>
          </p:cNvPr>
          <p:cNvSpPr txBox="1"/>
          <p:nvPr/>
        </p:nvSpPr>
        <p:spPr>
          <a:xfrm>
            <a:off x="5317612" y="3891934"/>
            <a:ext cx="17206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 dirty="0">
                <a:cs typeface="Calibri"/>
              </a:rPr>
              <a:t>.</a:t>
            </a:r>
            <a:endParaRPr lang="en-US" sz="1100" b="1" dirty="0">
              <a:cs typeface="Calibri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48E89E-7335-E58B-408D-88E7AC39984B}"/>
              </a:ext>
            </a:extLst>
          </p:cNvPr>
          <p:cNvSpPr txBox="1"/>
          <p:nvPr/>
        </p:nvSpPr>
        <p:spPr>
          <a:xfrm>
            <a:off x="5317612" y="3695289"/>
            <a:ext cx="17206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 dirty="0">
                <a:cs typeface="Calibri"/>
              </a:rPr>
              <a:t>.</a:t>
            </a:r>
            <a:endParaRPr lang="en-US" sz="1100" b="1" dirty="0">
              <a:cs typeface="Calibri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76745C-CCDF-3087-3618-094DE7A0FCC2}"/>
              </a:ext>
            </a:extLst>
          </p:cNvPr>
          <p:cNvSpPr txBox="1"/>
          <p:nvPr/>
        </p:nvSpPr>
        <p:spPr>
          <a:xfrm>
            <a:off x="5137353" y="3523223"/>
            <a:ext cx="47522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dirty="0">
                <a:cs typeface="Calibri"/>
              </a:rPr>
              <a:t>128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3106FC9-CDD0-5937-36DF-5A7B8CA2386B}"/>
              </a:ext>
            </a:extLst>
          </p:cNvPr>
          <p:cNvCxnSpPr>
            <a:cxnSpLocks/>
          </p:cNvCxnSpPr>
          <p:nvPr/>
        </p:nvCxnSpPr>
        <p:spPr>
          <a:xfrm flipH="1">
            <a:off x="6549613" y="2566731"/>
            <a:ext cx="347406" cy="4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E35B465-623C-3157-0FB5-475FD0560F9F}"/>
              </a:ext>
            </a:extLst>
          </p:cNvPr>
          <p:cNvCxnSpPr>
            <a:cxnSpLocks/>
          </p:cNvCxnSpPr>
          <p:nvPr/>
        </p:nvCxnSpPr>
        <p:spPr>
          <a:xfrm flipH="1">
            <a:off x="5976064" y="2566730"/>
            <a:ext cx="347406" cy="4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FD66EDE-59EE-E42B-1851-A7E7243EAE56}"/>
              </a:ext>
            </a:extLst>
          </p:cNvPr>
          <p:cNvSpPr txBox="1"/>
          <p:nvPr/>
        </p:nvSpPr>
        <p:spPr>
          <a:xfrm>
            <a:off x="2529525" y="3582185"/>
            <a:ext cx="116263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 err="1">
                <a:cs typeface="Calibri"/>
              </a:rPr>
              <a:t>רגיסטרים</a:t>
            </a:r>
            <a:endParaRPr lang="en-US" sz="1400" dirty="0" err="1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DF618A-B372-4E01-EED1-E6DFFBDD6FDF}"/>
              </a:ext>
            </a:extLst>
          </p:cNvPr>
          <p:cNvSpPr txBox="1"/>
          <p:nvPr/>
        </p:nvSpPr>
        <p:spPr>
          <a:xfrm>
            <a:off x="1001211" y="5670692"/>
            <a:ext cx="54204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 dirty="0">
                <a:cs typeface="Calibri"/>
              </a:rPr>
              <a:t>128</a:t>
            </a:r>
            <a:endParaRPr lang="en-US" sz="16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58AA10D-7205-34DA-32FA-72220DF6F1FE}"/>
              </a:ext>
            </a:extLst>
          </p:cNvPr>
          <p:cNvSpPr txBox="1"/>
          <p:nvPr/>
        </p:nvSpPr>
        <p:spPr>
          <a:xfrm>
            <a:off x="1233339" y="974103"/>
            <a:ext cx="54204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dirty="0">
                <a:cs typeface="Calibri"/>
              </a:rPr>
              <a:t>41</a:t>
            </a:r>
            <a:endParaRPr lang="en-US" sz="16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67E7D9-257B-F9E9-55F1-A0B02C2CA858}"/>
              </a:ext>
            </a:extLst>
          </p:cNvPr>
          <p:cNvSpPr txBox="1"/>
          <p:nvPr/>
        </p:nvSpPr>
        <p:spPr>
          <a:xfrm>
            <a:off x="1233339" y="1311897"/>
            <a:ext cx="54204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dirty="0">
                <a:cs typeface="Calibri"/>
              </a:rPr>
              <a:t>53</a:t>
            </a:r>
            <a:endParaRPr lang="en-US" sz="16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A59B6E-F6E9-821D-11B1-9285624C8970}"/>
              </a:ext>
            </a:extLst>
          </p:cNvPr>
          <p:cNvSpPr txBox="1"/>
          <p:nvPr/>
        </p:nvSpPr>
        <p:spPr>
          <a:xfrm>
            <a:off x="1233339" y="1641835"/>
            <a:ext cx="54204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dirty="0">
                <a:cs typeface="Calibri"/>
              </a:rPr>
              <a:t>16</a:t>
            </a:r>
            <a:endParaRPr lang="en-US" sz="16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34468F7-199A-C917-D08D-191A5C0C8806}"/>
              </a:ext>
            </a:extLst>
          </p:cNvPr>
          <p:cNvSpPr txBox="1"/>
          <p:nvPr/>
        </p:nvSpPr>
        <p:spPr>
          <a:xfrm>
            <a:off x="1233339" y="1995340"/>
            <a:ext cx="54204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dirty="0">
                <a:cs typeface="Calibri"/>
              </a:rPr>
              <a:t>60</a:t>
            </a:r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07F2D1-2FF7-7454-7D56-94E010311447}"/>
              </a:ext>
            </a:extLst>
          </p:cNvPr>
          <p:cNvSpPr txBox="1"/>
          <p:nvPr/>
        </p:nvSpPr>
        <p:spPr>
          <a:xfrm>
            <a:off x="6522065" y="1310967"/>
            <a:ext cx="16223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u="sng" dirty="0">
                <a:cs typeface="Calibri"/>
              </a:rPr>
              <a:t>kernel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FCED3D-43BB-275A-B68F-D76DC20FB2C6}"/>
              </a:ext>
            </a:extLst>
          </p:cNvPr>
          <p:cNvSpPr txBox="1"/>
          <p:nvPr/>
        </p:nvSpPr>
        <p:spPr>
          <a:xfrm>
            <a:off x="6300837" y="5372109"/>
            <a:ext cx="190970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 err="1">
                <a:cs typeface="Calibri"/>
              </a:rPr>
              <a:t>כתיבת</a:t>
            </a:r>
            <a:r>
              <a:rPr lang="en-US" sz="1400" dirty="0">
                <a:cs typeface="Calibri"/>
              </a:rPr>
              <a:t> </a:t>
            </a:r>
            <a:r>
              <a:rPr lang="en-US" sz="1400" dirty="0" err="1">
                <a:cs typeface="Calibri"/>
              </a:rPr>
              <a:t>השירות</a:t>
            </a:r>
            <a:r>
              <a:rPr lang="en-US" sz="1400" dirty="0">
                <a:cs typeface="Calibri"/>
              </a:rPr>
              <a:t> </a:t>
            </a:r>
            <a:r>
              <a:rPr lang="en-US" sz="1400" dirty="0" err="1">
                <a:cs typeface="Calibri"/>
              </a:rPr>
              <a:t>המבוקש</a:t>
            </a:r>
            <a:r>
              <a:rPr lang="en-US" sz="1400" dirty="0">
                <a:cs typeface="Calibri"/>
              </a:rPr>
              <a:t> </a:t>
            </a:r>
            <a:r>
              <a:rPr lang="en-US" sz="1400" dirty="0" err="1">
                <a:cs typeface="Calibri"/>
              </a:rPr>
              <a:t>והפרמטרים</a:t>
            </a:r>
            <a:r>
              <a:rPr lang="en-US" sz="1400" dirty="0">
                <a:cs typeface="Calibri"/>
              </a:rPr>
              <a:t> ל</a:t>
            </a:r>
            <a:r>
              <a:rPr lang="he-IL" sz="1400" dirty="0">
                <a:cs typeface="Calibri"/>
              </a:rPr>
              <a:t>תוך </a:t>
            </a:r>
            <a:r>
              <a:rPr lang="en-US" sz="1400" dirty="0" err="1">
                <a:cs typeface="Calibri"/>
              </a:rPr>
              <a:t>רגיסטרים</a:t>
            </a:r>
            <a:r>
              <a:rPr lang="en-US" sz="1400" dirty="0">
                <a:cs typeface="Calibri"/>
              </a:rPr>
              <a:t> </a:t>
            </a:r>
            <a:r>
              <a:rPr lang="en-US" sz="1400" dirty="0" err="1">
                <a:cs typeface="Calibri"/>
              </a:rPr>
              <a:t>ואז</a:t>
            </a:r>
            <a:r>
              <a:rPr lang="en-US" sz="1400" dirty="0">
                <a:cs typeface="Calibri"/>
              </a:rPr>
              <a:t> </a:t>
            </a:r>
            <a:r>
              <a:rPr lang="en-US" sz="1400" dirty="0" err="1">
                <a:cs typeface="Calibri"/>
              </a:rPr>
              <a:t>קריאה</a:t>
            </a:r>
            <a:r>
              <a:rPr lang="en-US" sz="1400" dirty="0">
                <a:cs typeface="Calibri"/>
              </a:rPr>
              <a:t> ל int 128</a:t>
            </a:r>
          </a:p>
        </p:txBody>
      </p:sp>
    </p:spTree>
    <p:extLst>
      <p:ext uri="{BB962C8B-B14F-4D97-AF65-F5344CB8AC3E}">
        <p14:creationId xmlns:p14="http://schemas.microsoft.com/office/powerpoint/2010/main" val="608256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User space vs Kernel space</a:t>
            </a:r>
            <a:endParaRPr lang="he-IL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קוד של מערכת ההפעלה רץ </a:t>
            </a:r>
            <a:r>
              <a:rPr lang="he-IL" u="sng" dirty="0" err="1"/>
              <a:t>במוד</a:t>
            </a:r>
            <a:r>
              <a:rPr lang="he-IL" u="sng" dirty="0"/>
              <a:t> חומרתי</a:t>
            </a:r>
            <a:r>
              <a:rPr lang="he-IL" dirty="0"/>
              <a:t> שנקרא </a:t>
            </a:r>
            <a:r>
              <a:rPr lang="en-US" dirty="0"/>
              <a:t>Kernel space</a:t>
            </a:r>
            <a:r>
              <a:rPr lang="he-IL" dirty="0"/>
              <a:t>.</a:t>
            </a:r>
          </a:p>
          <a:p>
            <a:r>
              <a:rPr lang="he-IL" dirty="0"/>
              <a:t>קוד שאינו חלק מקוד ממערכת ההפעלה רץ </a:t>
            </a:r>
            <a:r>
              <a:rPr lang="he-IL" u="sng" dirty="0" err="1"/>
              <a:t>במוד</a:t>
            </a:r>
            <a:r>
              <a:rPr lang="he-IL" u="sng" dirty="0"/>
              <a:t> חומרתי</a:t>
            </a:r>
            <a:r>
              <a:rPr lang="he-IL" dirty="0"/>
              <a:t> שנקרא </a:t>
            </a:r>
            <a:r>
              <a:rPr lang="en-US" dirty="0"/>
              <a:t>User space</a:t>
            </a:r>
            <a:r>
              <a:rPr lang="he-IL" dirty="0"/>
              <a:t> </a:t>
            </a:r>
          </a:p>
          <a:p>
            <a:pPr lvl="1"/>
            <a:r>
              <a:rPr lang="he-IL" dirty="0"/>
              <a:t>כל הספריות שקיימות במערכת הקבצים </a:t>
            </a:r>
          </a:p>
          <a:p>
            <a:pPr lvl="1"/>
            <a:r>
              <a:rPr lang="he-IL" dirty="0"/>
              <a:t>כלים שאנו משתמשים בהם </a:t>
            </a:r>
          </a:p>
          <a:p>
            <a:pPr lvl="1"/>
            <a:r>
              <a:rPr lang="he-IL" dirty="0"/>
              <a:t>האפליקציות שאנו כותבים.</a:t>
            </a:r>
          </a:p>
          <a:p>
            <a:r>
              <a:rPr lang="he-IL" dirty="0"/>
              <a:t>איזה קוד אנו יכולים לכתוב </a:t>
            </a:r>
            <a:r>
              <a:rPr lang="he-IL" u="sng" dirty="0"/>
              <a:t>שלא</a:t>
            </a:r>
            <a:r>
              <a:rPr lang="he-IL" dirty="0"/>
              <a:t> יגרור ריצת קוד של מערכת ההפעלה??? </a:t>
            </a:r>
          </a:p>
          <a:p>
            <a:pPr marL="0" indent="0">
              <a:buNone/>
            </a:pPr>
            <a:r>
              <a:rPr lang="he-IL" dirty="0"/>
              <a:t>   תשובה: </a:t>
            </a:r>
            <a:r>
              <a:rPr lang="he-IL" u="sng" dirty="0"/>
              <a:t>ביצוע חישובים </a:t>
            </a:r>
            <a:r>
              <a:rPr lang="he-IL" u="sng" dirty="0" err="1"/>
              <a:t>אריטמטים</a:t>
            </a:r>
            <a:r>
              <a:rPr lang="he-IL" u="sng" dirty="0"/>
              <a:t> וגישה למרחב הזיכרון של האפליקציה </a:t>
            </a:r>
          </a:p>
          <a:p>
            <a:pPr marL="0" indent="0">
              <a:buNone/>
            </a:pPr>
            <a:r>
              <a:rPr lang="he-IL" u="sng" dirty="0"/>
              <a:t>   לצורך כתיבה/קריאה</a:t>
            </a:r>
            <a:r>
              <a:rPr lang="he-IL" dirty="0"/>
              <a:t>. 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007035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5422"/>
          </a:xfrm>
        </p:spPr>
        <p:txBody>
          <a:bodyPr>
            <a:normAutofit/>
          </a:bodyPr>
          <a:lstStyle/>
          <a:p>
            <a:r>
              <a:rPr lang="he-IL" sz="2800" u="sng" dirty="0"/>
              <a:t>דוגמאות</a:t>
            </a:r>
            <a:r>
              <a:rPr lang="he-IL" sz="2800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6695"/>
            <a:ext cx="10515600" cy="5150268"/>
          </a:xfrm>
        </p:spPr>
        <p:txBody>
          <a:bodyPr/>
          <a:lstStyle/>
          <a:p>
            <a:pPr marL="0" indent="0">
              <a:buNone/>
            </a:pPr>
            <a:r>
              <a:rPr lang="he-IL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0714" y="1375861"/>
            <a:ext cx="2047875" cy="6572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083" y="1375861"/>
            <a:ext cx="3333750" cy="6572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791" y="1556835"/>
            <a:ext cx="3609975" cy="2952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91" y="4079833"/>
            <a:ext cx="4362450" cy="6000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6145" y="4379870"/>
            <a:ext cx="1571625" cy="2857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8046" y="3399090"/>
            <a:ext cx="3600450" cy="12665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9368588" y="1012488"/>
            <a:ext cx="157212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dirty="0"/>
              <a:t>User code only</a:t>
            </a:r>
            <a:endParaRPr lang="he-IL" dirty="0"/>
          </a:p>
        </p:txBody>
      </p:sp>
      <p:sp>
        <p:nvSpPr>
          <p:cNvPr id="11" name="TextBox 10"/>
          <p:cNvSpPr txBox="1"/>
          <p:nvPr/>
        </p:nvSpPr>
        <p:spPr>
          <a:xfrm>
            <a:off x="6055894" y="999426"/>
            <a:ext cx="157212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dirty="0"/>
              <a:t>User code only</a:t>
            </a:r>
            <a:endParaRPr lang="he-IL" dirty="0"/>
          </a:p>
        </p:txBody>
      </p:sp>
      <p:sp>
        <p:nvSpPr>
          <p:cNvPr id="12" name="TextBox 11"/>
          <p:cNvSpPr txBox="1"/>
          <p:nvPr/>
        </p:nvSpPr>
        <p:spPr>
          <a:xfrm>
            <a:off x="9032208" y="3016124"/>
            <a:ext cx="157212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dirty="0"/>
              <a:t>User code only</a:t>
            </a:r>
            <a:endParaRPr lang="he-IL" dirty="0"/>
          </a:p>
        </p:txBody>
      </p:sp>
      <p:sp>
        <p:nvSpPr>
          <p:cNvPr id="13" name="TextBox 12"/>
          <p:cNvSpPr txBox="1"/>
          <p:nvPr/>
        </p:nvSpPr>
        <p:spPr>
          <a:xfrm>
            <a:off x="2069934" y="3696867"/>
            <a:ext cx="157212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dirty="0"/>
              <a:t>User code only</a:t>
            </a:r>
            <a:endParaRPr lang="he-IL" dirty="0"/>
          </a:p>
        </p:txBody>
      </p:sp>
      <p:sp>
        <p:nvSpPr>
          <p:cNvPr id="14" name="TextBox 13"/>
          <p:cNvSpPr txBox="1"/>
          <p:nvPr/>
        </p:nvSpPr>
        <p:spPr>
          <a:xfrm>
            <a:off x="1394910" y="1009282"/>
            <a:ext cx="218247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dirty="0"/>
              <a:t>User and kernel code</a:t>
            </a:r>
            <a:endParaRPr lang="he-IL" dirty="0"/>
          </a:p>
        </p:txBody>
      </p:sp>
      <p:sp>
        <p:nvSpPr>
          <p:cNvPr id="15" name="TextBox 14"/>
          <p:cNvSpPr txBox="1"/>
          <p:nvPr/>
        </p:nvSpPr>
        <p:spPr>
          <a:xfrm>
            <a:off x="5750717" y="3895167"/>
            <a:ext cx="218247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dirty="0"/>
              <a:t>User and kernel code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1705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ln cap="flat" algn="ctr">
            <a:miter lim="800000"/>
            <a:headEnd type="none" w="med" len="med"/>
            <a:tailEnd type="none" w="med" len="med"/>
          </a:ln>
        </p:spPr>
        <p:txBody>
          <a:bodyPr>
            <a:noAutofit/>
          </a:bodyPr>
          <a:lstStyle>
            <a:lvl1pPr marL="0" indent="0" algn="r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4400" b="0" i="0" u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2pPr>
            <a:lvl3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3pPr>
            <a:lvl4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4pPr>
            <a:lvl5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5pPr>
            <a:lvl6pPr marL="4572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6pPr>
            <a:lvl7pPr marL="9144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7pPr>
            <a:lvl8pPr marL="13716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8pPr>
            <a:lvl9pPr marL="18288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sym typeface="Wingdings"/>
              </a:rPr>
              <a:t>קריאת מערכת ב-</a:t>
            </a:r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sym typeface="Wingdings"/>
              </a:rPr>
              <a:t>Linux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sym typeface="Wingdings"/>
              </a:rPr>
              <a:t> (1)</a:t>
            </a:r>
            <a:endParaRPr lang="en-US"/>
          </a:p>
        </p:txBody>
      </p:sp>
      <p:sp>
        <p:nvSpPr>
          <p:cNvPr id="16388" name="Rectangle 3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ln cap="flat" algn="ctr">
            <a:miter lim="800000"/>
            <a:headEnd type="none" w="med" len="med"/>
            <a:tailEnd type="none" w="med" len="med"/>
          </a:ln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he-IL" altLang="he-IL"/>
              <a:t>המינוח המקובל – </a:t>
            </a:r>
            <a:r>
              <a:rPr lang="en-US" altLang="en-US"/>
              <a:t>System Call</a:t>
            </a:r>
            <a:r>
              <a:rPr lang="he-IL" altLang="he-IL"/>
              <a:t> (</a:t>
            </a:r>
            <a:r>
              <a:rPr lang="en-US" altLang="en-US"/>
              <a:t>syscall</a:t>
            </a:r>
            <a:r>
              <a:rPr lang="he-IL" altLang="he-IL"/>
              <a:t> בקיצור)</a:t>
            </a:r>
          </a:p>
          <a:p>
            <a:pPr eaLnBrk="1" hangingPunct="1">
              <a:lnSpc>
                <a:spcPct val="80000"/>
              </a:lnSpc>
            </a:pPr>
            <a:r>
              <a:rPr lang="he-IL" altLang="he-IL"/>
              <a:t>תהליך משתמש מבצע קריאת מערכת על-מנת לבקש מגרעין מערכת ההפעלה לבצע עבורו שירות כלשהו</a:t>
            </a:r>
          </a:p>
          <a:p>
            <a:pPr eaLnBrk="1" hangingPunct="1">
              <a:lnSpc>
                <a:spcPct val="80000"/>
              </a:lnSpc>
            </a:pPr>
            <a:r>
              <a:rPr lang="he-IL" altLang="he-IL"/>
              <a:t>מדוע שירות כלשהו חייב להתבצע דווקא על-ידי גרעין מערכת ההפעלה?</a:t>
            </a:r>
          </a:p>
          <a:p>
            <a:pPr lvl="1" eaLnBrk="1" hangingPunct="1">
              <a:lnSpc>
                <a:spcPct val="80000"/>
              </a:lnSpc>
            </a:pPr>
            <a:r>
              <a:rPr lang="he-IL" altLang="he-IL"/>
              <a:t>מצריך גישה לחומרה: קלט / פלט למסוף, קבצים, תקשורת ברשת, גרפיקה</a:t>
            </a:r>
          </a:p>
          <a:p>
            <a:pPr lvl="1" eaLnBrk="1" hangingPunct="1">
              <a:lnSpc>
                <a:spcPct val="80000"/>
              </a:lnSpc>
            </a:pPr>
            <a:r>
              <a:rPr lang="he-IL" altLang="he-IL"/>
              <a:t>מצריך גישה למבני נתונים של מערכת ההפעלה או של תהליכים אחרים: יצירת תהליכים חדשים, תקשורת בין תהליכים, גישה לנתוני משתמשים</a:t>
            </a:r>
          </a:p>
          <a:p>
            <a:pPr eaLnBrk="1" hangingPunct="1">
              <a:lnSpc>
                <a:spcPct val="80000"/>
              </a:lnSpc>
            </a:pPr>
            <a:endParaRPr lang="en-US" altLang="en-US"/>
          </a:p>
        </p:txBody>
      </p:sp>
      <p:sp>
        <p:nvSpPr>
          <p:cNvPr id="16389" name="Footer Placeholder 3"/>
          <p:cNvSpPr>
            <a:spLocks noGrp="1"/>
          </p:cNvSpPr>
          <p:nvPr>
            <p:ph type="ftr" idx="4294967295"/>
            <p:custDataLst>
              <p:tags r:id="rId3"/>
            </p:custDataLst>
          </p:nvPr>
        </p:nvSpPr>
        <p:spPr>
          <a:ln>
            <a:miter lim="800000"/>
          </a:ln>
        </p:spPr>
        <p:txBody>
          <a:bodyPr>
            <a:noAutofit/>
          </a:bodyPr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r>
              <a:rPr lang="he-IL" altLang="en-US">
                <a:ln>
                  <a:noFill/>
                </a:ln>
              </a:rPr>
              <a:t>בלמ"ס</a:t>
            </a:r>
            <a:endParaRPr lang="en-US" altLang="en-US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564912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ln cap="flat" algn="ctr">
            <a:miter lim="800000"/>
            <a:headEnd type="none" w="med" len="med"/>
            <a:tailEnd type="none" w="med" len="med"/>
          </a:ln>
        </p:spPr>
        <p:txBody>
          <a:bodyPr>
            <a:noAutofit/>
          </a:bodyPr>
          <a:lstStyle>
            <a:lvl1pPr marL="0" indent="0" algn="r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4400" b="0" i="0" u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2pPr>
            <a:lvl3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3pPr>
            <a:lvl4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4pPr>
            <a:lvl5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5pPr>
            <a:lvl6pPr marL="4572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6pPr>
            <a:lvl7pPr marL="9144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7pPr>
            <a:lvl8pPr marL="13716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8pPr>
            <a:lvl9pPr marL="18288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sym typeface="Wingdings"/>
              </a:rPr>
              <a:t>קריאת מערכת ב-</a:t>
            </a:r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sym typeface="Wingdings"/>
              </a:rPr>
              <a:t>Linux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sym typeface="Wingdings"/>
              </a:rPr>
              <a:t> (2)</a:t>
            </a:r>
            <a:endParaRPr lang="en-US"/>
          </a:p>
        </p:txBody>
      </p:sp>
      <p:sp>
        <p:nvSpPr>
          <p:cNvPr id="17412" name="Rectangle 3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981200" y="1981204"/>
            <a:ext cx="8229600" cy="4327525"/>
          </a:xfrm>
          <a:ln cap="flat" algn="ctr">
            <a:miter lim="800000"/>
            <a:headEnd type="none" w="med" len="med"/>
            <a:tailEnd type="none" w="med" len="med"/>
          </a:ln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he-IL" altLang="he-IL" sz="2400" dirty="0"/>
              <a:t>קריאת מערכת נראית כמו קריאה רגילה לפונקציה בקוד התוכנית</a:t>
            </a:r>
          </a:p>
          <a:p>
            <a:pPr lvl="1" eaLnBrk="1" hangingPunct="1">
              <a:lnSpc>
                <a:spcPct val="90000"/>
              </a:lnSpc>
            </a:pPr>
            <a:r>
              <a:rPr lang="he-IL" altLang="he-IL" sz="2000" u="sng" dirty="0"/>
              <a:t>לדוגמה:</a:t>
            </a:r>
            <a:r>
              <a:rPr lang="he-IL" altLang="he-IL" sz="2000" dirty="0"/>
              <a:t> </a:t>
            </a:r>
            <a:r>
              <a:rPr lang="en-US" altLang="en-US" sz="2000" dirty="0"/>
              <a:t>open()</a:t>
            </a:r>
            <a:r>
              <a:rPr lang="he-IL" altLang="he-IL" sz="2000" dirty="0"/>
              <a:t> ו-</a:t>
            </a:r>
            <a:r>
              <a:rPr lang="en-US" altLang="en-US" sz="2000" dirty="0" err="1"/>
              <a:t>sprintf</a:t>
            </a:r>
            <a:r>
              <a:rPr lang="en-US" altLang="en-US" sz="2000" dirty="0"/>
              <a:t>()</a:t>
            </a:r>
            <a:r>
              <a:rPr lang="he-IL" altLang="he-IL" sz="2000" dirty="0"/>
              <a:t> הן שתי פונקציות סטנדרטיות המהוות חלק מה-</a:t>
            </a:r>
            <a:r>
              <a:rPr lang="en-US" altLang="en-US" sz="2000" dirty="0"/>
              <a:t>API</a:t>
            </a:r>
            <a:r>
              <a:rPr lang="he-IL" altLang="he-IL" sz="2000" dirty="0"/>
              <a:t> (</a:t>
            </a:r>
            <a:r>
              <a:rPr lang="en-US" altLang="en-US" sz="2000" dirty="0"/>
              <a:t>Application Programming Interface</a:t>
            </a:r>
            <a:r>
              <a:rPr lang="he-IL" altLang="he-IL" sz="2000" dirty="0"/>
              <a:t>) של </a:t>
            </a:r>
            <a:r>
              <a:rPr lang="en-US" altLang="en-US" sz="2000" dirty="0"/>
              <a:t>Linux</a:t>
            </a:r>
            <a:r>
              <a:rPr lang="he-IL" altLang="he-IL" sz="2000" dirty="0"/>
              <a:t> וכלולות בספריה </a:t>
            </a:r>
            <a:r>
              <a:rPr lang="en-US" altLang="en-US" sz="2000" dirty="0" err="1"/>
              <a:t>libc</a:t>
            </a:r>
            <a:endParaRPr lang="he-IL" altLang="he-IL" sz="2000" u="sng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err="1"/>
              <a:t>sprintf</a:t>
            </a:r>
            <a:r>
              <a:rPr lang="en-US" altLang="en-US" sz="2000" dirty="0"/>
              <a:t>()</a:t>
            </a:r>
            <a:r>
              <a:rPr lang="he-IL" altLang="he-IL" sz="2000" dirty="0"/>
              <a:t>, המשמשת להדפסת פלט לחוצץ, היא פונקציה רגילה, שאינה פונה לגרעין לצורך עבודתה </a:t>
            </a:r>
          </a:p>
          <a:p>
            <a:pPr lvl="1" eaLnBrk="1" hangingPunct="1">
              <a:lnSpc>
                <a:spcPct val="90000"/>
              </a:lnSpc>
            </a:pPr>
            <a:r>
              <a:rPr lang="he-IL" altLang="he-IL" sz="2000" u="sng" dirty="0"/>
              <a:t>אבל:</a:t>
            </a:r>
            <a:r>
              <a:rPr lang="he-IL" altLang="he-IL" sz="2000" dirty="0"/>
              <a:t> </a:t>
            </a:r>
            <a:r>
              <a:rPr lang="arn-CL" altLang="en-US" sz="2000" dirty="0"/>
              <a:t>open()</a:t>
            </a:r>
            <a:r>
              <a:rPr lang="he-IL" altLang="he-IL" sz="2000" dirty="0"/>
              <a:t>, המשמשת לפתיחת קובץ, היא קריאת מערכת</a:t>
            </a:r>
          </a:p>
          <a:p>
            <a:pPr lvl="1" eaLnBrk="1" hangingPunct="1">
              <a:lnSpc>
                <a:spcPct val="90000"/>
              </a:lnSpc>
            </a:pPr>
            <a:r>
              <a:rPr lang="he-IL" altLang="he-IL" sz="2000" dirty="0"/>
              <a:t>המתכנת, הכותב יישום שמשתמש בספריות מערכת ההפעלה, אינו מבדיל בין קריאת מערכת לבין קריאה רגילה לפונקציה. ההבדל נעוץ ב</a:t>
            </a:r>
            <a:r>
              <a:rPr lang="he-IL" altLang="he-IL" sz="2000" u="sng" dirty="0"/>
              <a:t>מימוש</a:t>
            </a:r>
            <a:r>
              <a:rPr lang="he-IL" altLang="he-IL" sz="2000" dirty="0"/>
              <a:t> פונקציה לעומת מימוש קריאת מערכת</a:t>
            </a:r>
            <a:endParaRPr lang="en-US" altLang="he-IL" sz="2000" dirty="0"/>
          </a:p>
        </p:txBody>
      </p:sp>
      <p:sp>
        <p:nvSpPr>
          <p:cNvPr id="17413" name="Footer Placeholder 3"/>
          <p:cNvSpPr>
            <a:spLocks noGrp="1"/>
          </p:cNvSpPr>
          <p:nvPr>
            <p:ph type="ftr" idx="4294967295"/>
            <p:custDataLst>
              <p:tags r:id="rId3"/>
            </p:custDataLst>
          </p:nvPr>
        </p:nvSpPr>
        <p:spPr>
          <a:ln>
            <a:miter lim="800000"/>
          </a:ln>
        </p:spPr>
        <p:txBody>
          <a:bodyPr>
            <a:noAutofit/>
          </a:bodyPr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r>
              <a:rPr lang="he-IL" altLang="en-US">
                <a:ln>
                  <a:noFill/>
                </a:ln>
              </a:rPr>
              <a:t>בלמ"ס</a:t>
            </a:r>
            <a:endParaRPr lang="en-US" altLang="en-US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489344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ln cap="flat" algn="ctr">
            <a:miter lim="800000"/>
            <a:headEnd type="none" w="med" len="med"/>
            <a:tailEnd type="none" w="med" len="med"/>
          </a:ln>
        </p:spPr>
        <p:txBody>
          <a:bodyPr>
            <a:noAutofit/>
          </a:bodyPr>
          <a:lstStyle>
            <a:lvl1pPr marL="0" indent="0" algn="r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4400" b="0" i="0" u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2pPr>
            <a:lvl3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3pPr>
            <a:lvl4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4pPr>
            <a:lvl5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5pPr>
            <a:lvl6pPr marL="4572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6pPr>
            <a:lvl7pPr marL="9144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7pPr>
            <a:lvl8pPr marL="13716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8pPr>
            <a:lvl9pPr marL="18288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sym typeface="Wingdings"/>
              </a:rPr>
              <a:t>קריאת מערכת ב-</a:t>
            </a:r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sym typeface="Wingdings"/>
              </a:rPr>
              <a:t>Linux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sym typeface="Wingdings"/>
              </a:rPr>
              <a:t> (3)</a:t>
            </a:r>
            <a:endParaRPr lang="en-US"/>
          </a:p>
        </p:txBody>
      </p:sp>
      <p:sp>
        <p:nvSpPr>
          <p:cNvPr id="18436" name="Rectangle 3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ln cap="flat" algn="ctr">
            <a:miter lim="800000"/>
            <a:headEnd type="none" w="med" len="med"/>
            <a:tailEnd type="none" w="med" len="med"/>
          </a:ln>
        </p:spPr>
        <p:txBody>
          <a:bodyPr>
            <a:noAutofit/>
          </a:bodyPr>
          <a:lstStyle/>
          <a:p>
            <a:pPr eaLnBrk="1" hangingPunct="1"/>
            <a:r>
              <a:rPr lang="he-IL" altLang="he-IL"/>
              <a:t>כיצד ממומשת קריאת מערכת?</a:t>
            </a:r>
          </a:p>
          <a:p>
            <a:pPr eaLnBrk="1" hangingPunct="1"/>
            <a:r>
              <a:rPr lang="he-IL" altLang="he-IL" u="sng"/>
              <a:t>התשובה:</a:t>
            </a:r>
            <a:r>
              <a:rPr lang="he-IL" altLang="he-IL"/>
              <a:t> מעטפת קוד - </a:t>
            </a:r>
            <a:r>
              <a:rPr lang="en-US" altLang="en-US"/>
              <a:t> code wrapper</a:t>
            </a:r>
            <a:endParaRPr lang="he-IL" altLang="he-IL"/>
          </a:p>
          <a:p>
            <a:pPr lvl="1" eaLnBrk="1" hangingPunct="1"/>
            <a:r>
              <a:rPr lang="he-IL" altLang="he-IL"/>
              <a:t>לדוגמה: הפונקציה </a:t>
            </a:r>
            <a:r>
              <a:rPr lang="en-US" altLang="en-US"/>
              <a:t>open()</a:t>
            </a:r>
            <a:r>
              <a:rPr lang="he-IL" altLang="he-IL"/>
              <a:t> היא מעטפת קוד, המפעילה באמצעות פסיקת תוכנה את קריאת המערכת שמבצעת את השירות המבוקש של פתיחת הקובץ, ומחזירה את תוצאת ביצוע השירות לקוד שקרא ל-</a:t>
            </a:r>
            <a:r>
              <a:rPr lang="en-US" altLang="en-US"/>
              <a:t>open()</a:t>
            </a:r>
            <a:endParaRPr lang="he-IL" altLang="he-IL"/>
          </a:p>
          <a:p>
            <a:pPr lvl="1" eaLnBrk="1" hangingPunct="1"/>
            <a:r>
              <a:rPr lang="he-IL" altLang="he-IL"/>
              <a:t>פונקציות המעטפת הן אלו שמקושרות (</a:t>
            </a:r>
            <a:r>
              <a:rPr lang="en-US" altLang="en-US"/>
              <a:t>linking</a:t>
            </a:r>
            <a:r>
              <a:rPr lang="he-IL" altLang="he-IL"/>
              <a:t>) לתוכנית  המשתמשת  בהן</a:t>
            </a:r>
            <a:endParaRPr lang="en-US" altLang="he-IL"/>
          </a:p>
        </p:txBody>
      </p:sp>
      <p:sp>
        <p:nvSpPr>
          <p:cNvPr id="18437" name="Footer Placeholder 3"/>
          <p:cNvSpPr>
            <a:spLocks noGrp="1"/>
          </p:cNvSpPr>
          <p:nvPr>
            <p:ph type="ftr" idx="4294967295"/>
            <p:custDataLst>
              <p:tags r:id="rId3"/>
            </p:custDataLst>
          </p:nvPr>
        </p:nvSpPr>
        <p:spPr>
          <a:ln>
            <a:miter lim="800000"/>
          </a:ln>
        </p:spPr>
        <p:txBody>
          <a:bodyPr>
            <a:noAutofit/>
          </a:bodyPr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r>
              <a:rPr lang="he-IL" altLang="en-US">
                <a:ln>
                  <a:noFill/>
                </a:ln>
              </a:rPr>
              <a:t>בלמ"ס</a:t>
            </a:r>
            <a:endParaRPr lang="en-US" altLang="en-US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403733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ln cap="flat" algn="ctr">
            <a:miter lim="800000"/>
            <a:headEnd type="none" w="med" len="med"/>
            <a:tailEnd type="none" w="med" len="med"/>
          </a:ln>
        </p:spPr>
        <p:txBody>
          <a:bodyPr>
            <a:noAutofit/>
          </a:bodyPr>
          <a:lstStyle>
            <a:lvl1pPr marL="0" indent="0" algn="r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4400" b="0" i="0" u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2pPr>
            <a:lvl3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3pPr>
            <a:lvl4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4pPr>
            <a:lvl5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5pPr>
            <a:lvl6pPr marL="4572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6pPr>
            <a:lvl7pPr marL="9144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7pPr>
            <a:lvl8pPr marL="13716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8pPr>
            <a:lvl9pPr marL="18288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sym typeface="Wingdings"/>
              </a:rPr>
              <a:t>קריאת מערכת ב-</a:t>
            </a:r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sym typeface="Wingdings"/>
              </a:rPr>
              <a:t>Linux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sym typeface="Wingdings"/>
              </a:rPr>
              <a:t> (4)</a:t>
            </a:r>
            <a:endParaRPr lang="en-US"/>
          </a:p>
        </p:txBody>
      </p:sp>
      <p:sp>
        <p:nvSpPr>
          <p:cNvPr id="19460" name="Rectangle 3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992313" y="1773241"/>
            <a:ext cx="8229600" cy="4751387"/>
          </a:xfrm>
          <a:ln cap="flat" algn="ctr">
            <a:miter lim="800000"/>
            <a:headEnd type="none" w="med" len="med"/>
            <a:tailEnd type="none" w="med" len="med"/>
          </a:ln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he-IL" altLang="he-IL" dirty="0"/>
              <a:t>הערך המוחזר על-ידי פונקצית המעטפת במקרה של הצלחת ביצוע השירות תלוי בסוג השירות המבוקש</a:t>
            </a:r>
          </a:p>
          <a:p>
            <a:pPr lvl="1" eaLnBrk="1" hangingPunct="1">
              <a:lnSpc>
                <a:spcPct val="80000"/>
              </a:lnSpc>
            </a:pPr>
            <a:r>
              <a:rPr lang="he-IL" altLang="he-IL" dirty="0"/>
              <a:t>לדוגמה: </a:t>
            </a:r>
            <a:r>
              <a:rPr lang="en-US" altLang="en-US" dirty="0"/>
              <a:t>open()</a:t>
            </a:r>
            <a:r>
              <a:rPr lang="he-IL" altLang="he-IL" dirty="0"/>
              <a:t> מחזירה מספר מזהה (</a:t>
            </a:r>
            <a:r>
              <a:rPr lang="en-US" altLang="en-US" dirty="0"/>
              <a:t>descriptor</a:t>
            </a:r>
            <a:r>
              <a:rPr lang="he-IL" altLang="he-IL" dirty="0"/>
              <a:t>) לקובץ שנפתח. דרך מזהה זה ניתן כעת לקרוא ולכתוב לקובץ</a:t>
            </a:r>
          </a:p>
          <a:p>
            <a:pPr eaLnBrk="1" hangingPunct="1">
              <a:lnSpc>
                <a:spcPct val="80000"/>
              </a:lnSpc>
            </a:pPr>
            <a:r>
              <a:rPr lang="he-IL" altLang="he-IL" dirty="0"/>
              <a:t>במקרה של כישלון, בדרך-כלל מוחזר הערך </a:t>
            </a:r>
            <a:r>
              <a:rPr lang="en-US" altLang="en-US" dirty="0"/>
              <a:t>-1</a:t>
            </a:r>
            <a:r>
              <a:rPr lang="he-IL" altLang="he-IL" dirty="0"/>
              <a:t>, וסוג השגיאה מוחזר במשתנה גלובלי הקרוי </a:t>
            </a:r>
            <a:r>
              <a:rPr lang="en-US" altLang="en-US" dirty="0" err="1"/>
              <a:t>errno</a:t>
            </a:r>
            <a:endParaRPr lang="he-IL" altLang="he-IL" dirty="0"/>
          </a:p>
          <a:p>
            <a:pPr lvl="1" eaLnBrk="1" hangingPunct="1">
              <a:lnSpc>
                <a:spcPct val="80000"/>
              </a:lnSpc>
            </a:pPr>
            <a:r>
              <a:rPr lang="he-IL" altLang="he-IL" dirty="0"/>
              <a:t>לדוגמה: אם הבקשה בקריאה ל-</a:t>
            </a:r>
            <a:r>
              <a:rPr lang="en-US" altLang="en-US" dirty="0"/>
              <a:t>open()</a:t>
            </a:r>
            <a:r>
              <a:rPr lang="he-IL" altLang="he-IL" dirty="0"/>
              <a:t> </a:t>
            </a:r>
            <a:r>
              <a:rPr lang="he-IL" altLang="he-IL" dirty="0" err="1"/>
              <a:t>היתה</a:t>
            </a:r>
            <a:r>
              <a:rPr lang="he-IL" altLang="he-IL" dirty="0"/>
              <a:t> לפתוח לקריאה קובץ שאינו קיים, יוכנס הערך </a:t>
            </a:r>
            <a:r>
              <a:rPr lang="en-US" altLang="en-US" dirty="0"/>
              <a:t>ENOENT</a:t>
            </a:r>
            <a:r>
              <a:rPr lang="he-IL" altLang="he-IL" dirty="0"/>
              <a:t> למשתנה </a:t>
            </a:r>
            <a:r>
              <a:rPr lang="en-US" altLang="en-US" dirty="0" err="1"/>
              <a:t>errno</a:t>
            </a:r>
            <a:r>
              <a:rPr lang="he-IL" altLang="he-IL" dirty="0"/>
              <a:t>, כאשר </a:t>
            </a:r>
            <a:r>
              <a:rPr lang="en-US" altLang="en-US" dirty="0"/>
              <a:t>ENOENT</a:t>
            </a:r>
            <a:r>
              <a:rPr lang="he-IL" altLang="he-IL" dirty="0"/>
              <a:t> הוא קבוע שערכו 2</a:t>
            </a:r>
          </a:p>
          <a:p>
            <a:pPr lvl="1" eaLnBrk="1" hangingPunct="1">
              <a:lnSpc>
                <a:spcPct val="80000"/>
              </a:lnSpc>
            </a:pPr>
            <a:r>
              <a:rPr lang="he-IL" altLang="he-IL" dirty="0"/>
              <a:t>רשימת הקבועים המוחזרים במצבי כישלון עבור קריאת מערכת מסוימת זמינה דרך ה-</a:t>
            </a:r>
            <a:r>
              <a:rPr lang="en-US" altLang="en-US" dirty="0"/>
              <a:t>man page</a:t>
            </a:r>
            <a:r>
              <a:rPr lang="he-IL" altLang="he-IL" dirty="0"/>
              <a:t> של אותה קריאת מערכת</a:t>
            </a:r>
          </a:p>
          <a:p>
            <a:pPr lvl="1" eaLnBrk="1" hangingPunct="1">
              <a:lnSpc>
                <a:spcPct val="80000"/>
              </a:lnSpc>
            </a:pPr>
            <a:r>
              <a:rPr lang="he-IL" altLang="he-IL" dirty="0"/>
              <a:t>רשימת ערכי הקבועים נמצאת בקובץ </a:t>
            </a:r>
            <a:r>
              <a:rPr lang="en-US" altLang="en-US" dirty="0"/>
              <a:t>/</a:t>
            </a:r>
            <a:r>
              <a:rPr lang="en-US" altLang="en-US" dirty="0" err="1"/>
              <a:t>usr</a:t>
            </a:r>
            <a:r>
              <a:rPr lang="en-US" altLang="en-US" dirty="0"/>
              <a:t>/include/</a:t>
            </a:r>
            <a:r>
              <a:rPr lang="en-US" altLang="en-US" dirty="0" err="1"/>
              <a:t>errno.h</a:t>
            </a:r>
            <a:r>
              <a:rPr lang="he-IL" altLang="he-IL" dirty="0"/>
              <a:t> ובקבצים הכלולים בו</a:t>
            </a:r>
          </a:p>
          <a:p>
            <a:pPr eaLnBrk="1" hangingPunct="1">
              <a:lnSpc>
                <a:spcPct val="80000"/>
              </a:lnSpc>
            </a:pPr>
            <a:endParaRPr lang="en-US" altLang="he-IL" dirty="0"/>
          </a:p>
        </p:txBody>
      </p:sp>
      <p:sp>
        <p:nvSpPr>
          <p:cNvPr id="19461" name="Footer Placeholder 3"/>
          <p:cNvSpPr>
            <a:spLocks noGrp="1"/>
          </p:cNvSpPr>
          <p:nvPr>
            <p:ph type="ftr" idx="4294967295"/>
            <p:custDataLst>
              <p:tags r:id="rId3"/>
            </p:custDataLst>
          </p:nvPr>
        </p:nvSpPr>
        <p:spPr>
          <a:ln>
            <a:miter lim="800000"/>
          </a:ln>
        </p:spPr>
        <p:txBody>
          <a:bodyPr>
            <a:noAutofit/>
          </a:bodyPr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r>
              <a:rPr lang="he-IL" altLang="en-US">
                <a:ln>
                  <a:noFill/>
                </a:ln>
              </a:rPr>
              <a:t>בלמ"ס</a:t>
            </a:r>
            <a:endParaRPr lang="en-US" altLang="en-US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033440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ln cap="flat" algn="ctr">
            <a:miter lim="800000"/>
            <a:headEnd type="none" w="med" len="med"/>
            <a:tailEnd type="none" w="med" len="med"/>
          </a:ln>
        </p:spPr>
        <p:txBody>
          <a:bodyPr>
            <a:noAutofit/>
          </a:bodyPr>
          <a:lstStyle>
            <a:lvl1pPr marL="0" indent="0" algn="r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4400" b="0" i="0" u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2pPr>
            <a:lvl3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3pPr>
            <a:lvl4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4pPr>
            <a:lvl5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5pPr>
            <a:lvl6pPr marL="4572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6pPr>
            <a:lvl7pPr marL="9144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7pPr>
            <a:lvl8pPr marL="13716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8pPr>
            <a:lvl9pPr marL="18288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sym typeface="Wingdings"/>
              </a:rPr>
              <a:t>קריאת מערכת ב-</a:t>
            </a:r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sym typeface="Wingdings"/>
              </a:rPr>
              <a:t>Linux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sym typeface="Wingdings"/>
              </a:rPr>
              <a:t> (5)</a:t>
            </a:r>
            <a:endParaRPr lang="en-US"/>
          </a:p>
        </p:txBody>
      </p:sp>
      <p:sp>
        <p:nvSpPr>
          <p:cNvPr id="20484" name="Rectangle 3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981200" y="1981201"/>
            <a:ext cx="8229600" cy="4400551"/>
          </a:xfrm>
          <a:ln cap="flat" algn="ctr">
            <a:miter lim="800000"/>
            <a:headEnd type="none" w="med" len="med"/>
            <a:tailEnd type="none" w="med" len="med"/>
          </a:ln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he-IL" altLang="he-IL" sz="2400" dirty="0"/>
              <a:t>כל קריאות מערכת ההפעלה ב-</a:t>
            </a:r>
            <a:r>
              <a:rPr lang="en-US" altLang="en-US" sz="2400" dirty="0"/>
              <a:t>Linux</a:t>
            </a:r>
            <a:r>
              <a:rPr lang="he-IL" altLang="he-IL" sz="2400" dirty="0"/>
              <a:t> מטופלות דרך פסיקת תוכנה אחת, מספר 128 (</a:t>
            </a:r>
            <a:r>
              <a:rPr lang="en-US" altLang="en-US" sz="2400" dirty="0"/>
              <a:t>0x80</a:t>
            </a:r>
            <a:r>
              <a:rPr lang="he-IL" altLang="he-IL" sz="2400" dirty="0"/>
              <a:t>)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he-IL" altLang="he-IL" sz="2000" dirty="0"/>
              <a:t>סוג השירות המבוקש נקבע באמצעות מספר שירות המועבר ברגיסטר </a:t>
            </a:r>
            <a:r>
              <a:rPr lang="en-US" altLang="en-US" sz="2000" dirty="0" err="1"/>
              <a:t>eax</a:t>
            </a:r>
            <a:r>
              <a:rPr lang="he-IL" altLang="he-IL" sz="2000" dirty="0"/>
              <a:t> על-ידי פונקצית המעטפת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sz="2400" dirty="0"/>
              <a:t>בתגובה לפסיקה המעבד עובר מ-</a:t>
            </a:r>
            <a:r>
              <a:rPr lang="en-US" altLang="en-US" sz="2400" dirty="0"/>
              <a:t>user mode</a:t>
            </a:r>
            <a:r>
              <a:rPr lang="he-IL" altLang="he-IL" sz="2400" dirty="0"/>
              <a:t> ל-</a:t>
            </a:r>
            <a:r>
              <a:rPr lang="en-US" altLang="en-US" sz="2400" dirty="0"/>
              <a:t>kernel mode</a:t>
            </a:r>
            <a:r>
              <a:rPr lang="he-IL" altLang="he-IL" sz="2400" dirty="0"/>
              <a:t> ומפעיל בגרעין את שגרת הטיפול בפסיקה הקרויה </a:t>
            </a:r>
            <a:r>
              <a:rPr lang="en-US" altLang="en-US" sz="2400" dirty="0" err="1"/>
              <a:t>system_call</a:t>
            </a:r>
            <a:r>
              <a:rPr lang="en-US" altLang="en-US" sz="2400" dirty="0"/>
              <a:t>()</a:t>
            </a:r>
            <a:r>
              <a:rPr lang="he-IL" altLang="he-IL" sz="2400" dirty="0"/>
              <a:t> (קובץ גרעין: </a:t>
            </a:r>
            <a:r>
              <a:rPr lang="en-US" altLang="en-US" sz="2400" dirty="0"/>
              <a:t>arch/i386/kernel/</a:t>
            </a:r>
            <a:r>
              <a:rPr lang="en-US" altLang="en-US" sz="2400" dirty="0" err="1"/>
              <a:t>entry.S</a:t>
            </a:r>
            <a:r>
              <a:rPr lang="he-IL" altLang="he-IL" sz="2400" dirty="0"/>
              <a:t>)  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sz="2400" dirty="0" err="1"/>
              <a:t>השיגרה</a:t>
            </a:r>
            <a:r>
              <a:rPr lang="he-IL" altLang="he-IL" sz="2400" dirty="0"/>
              <a:t> </a:t>
            </a:r>
            <a:r>
              <a:rPr lang="en-US" altLang="en-US" sz="2400" dirty="0" err="1"/>
              <a:t>system_call</a:t>
            </a:r>
            <a:r>
              <a:rPr lang="en-US" altLang="en-US" sz="2400" dirty="0"/>
              <a:t>()</a:t>
            </a:r>
            <a:r>
              <a:rPr lang="he-IL" altLang="he-IL" sz="2400" dirty="0"/>
              <a:t> מנתבת את ביצוע הבקשה לפונקציה המתאימה לפי מספר השירות</a:t>
            </a:r>
          </a:p>
          <a:p>
            <a:pPr lvl="1" eaLnBrk="1" hangingPunct="1">
              <a:lnSpc>
                <a:spcPct val="90000"/>
              </a:lnSpc>
            </a:pPr>
            <a:r>
              <a:rPr lang="he-IL" altLang="he-IL" sz="2000" dirty="0"/>
              <a:t>שם</a:t>
            </a:r>
            <a:r>
              <a:rPr lang="en-US" altLang="he-IL" sz="2000" dirty="0"/>
              <a:t> </a:t>
            </a:r>
            <a:r>
              <a:rPr lang="he-IL" altLang="he-IL" sz="2000" dirty="0"/>
              <a:t>הפונקציה</a:t>
            </a:r>
            <a:r>
              <a:rPr lang="en-US" altLang="he-IL" sz="2000" dirty="0"/>
              <a:t> </a:t>
            </a:r>
            <a:r>
              <a:rPr lang="he-IL" altLang="he-IL" sz="2000" dirty="0"/>
              <a:t>המבצעת</a:t>
            </a:r>
            <a:r>
              <a:rPr lang="en-US" altLang="he-IL" sz="2000" dirty="0"/>
              <a:t> </a:t>
            </a:r>
            <a:r>
              <a:rPr lang="he-IL" altLang="he-IL" sz="2000" dirty="0"/>
              <a:t>את</a:t>
            </a:r>
            <a:r>
              <a:rPr lang="en-US" altLang="he-IL" sz="2000" dirty="0"/>
              <a:t> </a:t>
            </a:r>
            <a:r>
              <a:rPr lang="he-IL" altLang="he-IL" sz="2000" dirty="0"/>
              <a:t>השירות</a:t>
            </a:r>
            <a:r>
              <a:rPr lang="en-US" altLang="he-IL" sz="2000" dirty="0"/>
              <a:t> </a:t>
            </a:r>
            <a:r>
              <a:rPr lang="he-IL" altLang="he-IL" sz="2000" dirty="0"/>
              <a:t>מתאים</a:t>
            </a:r>
            <a:r>
              <a:rPr lang="en-US" altLang="he-IL" sz="2000" dirty="0"/>
              <a:t> </a:t>
            </a:r>
            <a:r>
              <a:rPr lang="he-IL" altLang="he-IL" sz="2000" dirty="0"/>
              <a:t>לשם</a:t>
            </a:r>
            <a:r>
              <a:rPr lang="en-US" altLang="he-IL" sz="2000" dirty="0"/>
              <a:t> </a:t>
            </a:r>
            <a:r>
              <a:rPr lang="he-IL" altLang="he-IL" sz="2000" dirty="0"/>
              <a:t>השירות</a:t>
            </a:r>
            <a:r>
              <a:rPr lang="en-US" altLang="he-IL" sz="2000" dirty="0"/>
              <a:t> </a:t>
            </a:r>
            <a:r>
              <a:rPr lang="he-IL" altLang="he-IL" sz="2000" dirty="0"/>
              <a:t>עם</a:t>
            </a:r>
            <a:r>
              <a:rPr lang="en-US" altLang="he-IL" sz="2000" dirty="0"/>
              <a:t> </a:t>
            </a:r>
            <a:r>
              <a:rPr lang="he-IL" altLang="he-IL" sz="2000" dirty="0"/>
              <a:t>הקידומת</a:t>
            </a:r>
            <a:r>
              <a:rPr lang="en-US" altLang="he-IL" sz="2000" dirty="0"/>
              <a:t> "</a:t>
            </a:r>
            <a:r>
              <a:rPr lang="arn-CL" altLang="en-US" sz="2000" dirty="0"/>
              <a:t>sys_</a:t>
            </a:r>
            <a:r>
              <a:rPr lang="arn-CL" altLang="he-IL" sz="2000" dirty="0"/>
              <a:t>". </a:t>
            </a:r>
            <a:r>
              <a:rPr lang="he-IL" altLang="he-IL" sz="2000" dirty="0"/>
              <a:t>לדוגמה</a:t>
            </a:r>
            <a:r>
              <a:rPr lang="en-US" altLang="he-IL" sz="2000" dirty="0"/>
              <a:t>: </a:t>
            </a:r>
            <a:r>
              <a:rPr lang="arn-CL" altLang="en-US" sz="2000" dirty="0"/>
              <a:t>open()</a:t>
            </a:r>
            <a:r>
              <a:rPr lang="arn-CL" altLang="he-IL" sz="2000" dirty="0"/>
              <a:t> </a:t>
            </a:r>
            <a:r>
              <a:rPr lang="he-IL" altLang="he-IL" sz="2000" dirty="0"/>
              <a:t>מבוצעת</a:t>
            </a:r>
            <a:r>
              <a:rPr lang="en-US" altLang="he-IL" sz="2000" dirty="0"/>
              <a:t> </a:t>
            </a:r>
            <a:r>
              <a:rPr lang="he-IL" altLang="he-IL" sz="2000" dirty="0"/>
              <a:t>על</a:t>
            </a:r>
            <a:r>
              <a:rPr lang="en-US" altLang="he-IL" sz="2000" dirty="0"/>
              <a:t>-</a:t>
            </a:r>
            <a:r>
              <a:rPr lang="he-IL" altLang="he-IL" sz="2000" dirty="0"/>
              <a:t>ידי</a:t>
            </a:r>
            <a:r>
              <a:rPr lang="en-US" altLang="he-IL" sz="2000" dirty="0"/>
              <a:t> </a:t>
            </a:r>
            <a:r>
              <a:rPr lang="he-IL" altLang="he-IL" sz="2000" dirty="0"/>
              <a:t>הפונקציה</a:t>
            </a:r>
            <a:r>
              <a:rPr lang="en-US" altLang="he-IL" sz="2000" dirty="0"/>
              <a:t> </a:t>
            </a:r>
            <a:r>
              <a:rPr lang="arn-CL" altLang="en-US" sz="2000" dirty="0"/>
              <a:t>sys_open()</a:t>
            </a:r>
            <a:r>
              <a:rPr lang="arn-CL" altLang="he-IL" sz="2000" dirty="0"/>
              <a:t> (</a:t>
            </a:r>
            <a:r>
              <a:rPr lang="he-IL" altLang="he-IL" sz="2000" dirty="0"/>
              <a:t>קובץ</a:t>
            </a:r>
            <a:r>
              <a:rPr lang="en-US" altLang="he-IL" sz="2000" dirty="0"/>
              <a:t> </a:t>
            </a:r>
            <a:r>
              <a:rPr lang="he-IL" altLang="he-IL" sz="2000" dirty="0"/>
              <a:t>גרעין</a:t>
            </a:r>
            <a:r>
              <a:rPr lang="en-US" altLang="he-IL" sz="2000" dirty="0"/>
              <a:t>: </a:t>
            </a:r>
            <a:r>
              <a:rPr lang="arn-CL" altLang="en-US" sz="2000" dirty="0"/>
              <a:t>fs/open.c</a:t>
            </a:r>
            <a:r>
              <a:rPr lang="arn-CL" altLang="he-IL" sz="2000" dirty="0"/>
              <a:t>)</a:t>
            </a:r>
          </a:p>
        </p:txBody>
      </p:sp>
      <p:sp>
        <p:nvSpPr>
          <p:cNvPr id="20485" name="Footer Placeholder 3"/>
          <p:cNvSpPr>
            <a:spLocks noGrp="1"/>
          </p:cNvSpPr>
          <p:nvPr>
            <p:ph type="ftr" idx="4294967295"/>
            <p:custDataLst>
              <p:tags r:id="rId3"/>
            </p:custDataLst>
          </p:nvPr>
        </p:nvSpPr>
        <p:spPr>
          <a:ln>
            <a:miter lim="800000"/>
          </a:ln>
        </p:spPr>
        <p:txBody>
          <a:bodyPr>
            <a:noAutofit/>
          </a:bodyPr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r>
              <a:rPr lang="he-IL" altLang="en-US">
                <a:ln>
                  <a:noFill/>
                </a:ln>
              </a:rPr>
              <a:t>בלמ"ס</a:t>
            </a:r>
            <a:endParaRPr lang="en-US" altLang="en-US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61960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/>
          <p:cNvSpPr>
            <a:spLocks noGrp="1"/>
          </p:cNvSpPr>
          <p:nvPr>
            <p:ph type="ftr" idx="4294967295"/>
            <p:custDataLst>
              <p:tags r:id="rId1"/>
            </p:custDataLst>
          </p:nvPr>
        </p:nvSpPr>
        <p:spPr>
          <a:ln>
            <a:miter lim="800000"/>
          </a:ln>
        </p:spPr>
        <p:txBody>
          <a:bodyPr>
            <a:noAutofit/>
          </a:bodyPr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r>
              <a:rPr lang="he-IL" altLang="en-US" dirty="0">
                <a:ln>
                  <a:noFill/>
                </a:ln>
              </a:rPr>
              <a:t>בלמ"ס</a:t>
            </a:r>
            <a:endParaRPr lang="en-US" altLang="en-US" dirty="0">
              <a:ln>
                <a:noFill/>
              </a:ln>
            </a:endParaRPr>
          </a:p>
        </p:txBody>
      </p:sp>
      <p:sp>
        <p:nvSpPr>
          <p:cNvPr id="21509" name="Rectangle 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383339" y="1630363"/>
            <a:ext cx="3960812" cy="3816351"/>
          </a:xfrm>
          <a:prstGeom prst="rect">
            <a:avLst/>
          </a:prstGeom>
          <a:solidFill>
            <a:srgbClr val="339966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10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74828" y="1630363"/>
            <a:ext cx="3960813" cy="3816351"/>
          </a:xfrm>
          <a:prstGeom prst="rect">
            <a:avLst/>
          </a:prstGeom>
          <a:solidFill>
            <a:srgbClr val="FF0066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1511" name="Rectangle 2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ln cap="flat" algn="ctr">
            <a:miter lim="800000"/>
            <a:headEnd type="none" w="med" len="med"/>
            <a:tailEnd type="none" w="med" len="med"/>
          </a:ln>
        </p:spPr>
        <p:txBody>
          <a:bodyPr>
            <a:noAutofit/>
          </a:bodyPr>
          <a:lstStyle>
            <a:lvl1pPr marL="0" indent="0" algn="r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4400" b="0" i="0" u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2pPr>
            <a:lvl3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3pPr>
            <a:lvl4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4pPr>
            <a:lvl5pPr algn="r" rtl="1" eaLnBrk="0" fontAlgn="base" hangingPunct="0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5pPr>
            <a:lvl6pPr marL="4572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6pPr>
            <a:lvl7pPr marL="9144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7pPr>
            <a:lvl8pPr marL="13716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8pPr>
            <a:lvl9pPr marL="1828800" algn="r" rtl="1" fontAlgn="base">
              <a:spcBef>
                <a:spcPct val="0"/>
              </a:spcBef>
              <a:spcAft>
                <a:spcPct val="0"/>
              </a:spcAft>
              <a:defRPr lang="he-IL" altLang="en-US" sz="4400"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eaLnBrk="1" hangingPunct="1"/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sym typeface="Wingdings"/>
              </a:rPr>
              <a:t>קריאת מערכת ב-</a:t>
            </a:r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sym typeface="Wingdings"/>
              </a:rPr>
              <a:t>Linux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sym typeface="Wingdings"/>
              </a:rPr>
              <a:t> (6)</a:t>
            </a:r>
            <a:endParaRPr lang="en-US"/>
          </a:p>
        </p:txBody>
      </p:sp>
      <p:sp>
        <p:nvSpPr>
          <p:cNvPr id="21512" name="Text Box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947993" y="4989517"/>
            <a:ext cx="1425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2000">
                <a:solidFill>
                  <a:srgbClr val="FFFF00"/>
                </a:solidFill>
              </a:rPr>
              <a:t>User Mode</a:t>
            </a:r>
          </a:p>
        </p:txBody>
      </p:sp>
      <p:sp>
        <p:nvSpPr>
          <p:cNvPr id="21513" name="Text Box 1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462839" y="5014917"/>
            <a:ext cx="162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2000">
                <a:solidFill>
                  <a:srgbClr val="FFFF00"/>
                </a:solidFill>
              </a:rPr>
              <a:t>Kernel Mode</a:t>
            </a:r>
          </a:p>
        </p:txBody>
      </p:sp>
      <p:sp>
        <p:nvSpPr>
          <p:cNvPr id="21514" name="AutoShape 5"/>
          <p:cNvSpPr/>
          <p:nvPr>
            <p:custDataLst>
              <p:tags r:id="rId7"/>
            </p:custDataLst>
          </p:nvPr>
        </p:nvSpPr>
        <p:spPr>
          <a:xfrm>
            <a:off x="3863979" y="2278063"/>
            <a:ext cx="1655763" cy="2736851"/>
          </a:xfrm>
          <a:prstGeom prst="flowChartPunchedTape">
            <a:avLst/>
          </a:prstGeom>
          <a:solidFill>
            <a:schemeClr val="bg1">
              <a:alpha val="41176"/>
            </a:schemeClr>
          </a:solidFill>
          <a:ln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marL="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1pPr>
            <a:lvl2pPr marL="4572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2pPr>
            <a:lvl3pPr marL="9144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3pPr>
            <a:lvl4pPr marL="13716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4pPr>
            <a:lvl5pPr marL="18288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5pPr>
          </a:lstStyle>
          <a:p>
            <a:pPr eaLnBrk="1" hangingPunct="1"/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open() {</a:t>
            </a:r>
          </a:p>
          <a:p>
            <a:pPr eaLnBrk="1" hangingPunct="1"/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.</a:t>
            </a:r>
          </a:p>
          <a:p>
            <a:pPr eaLnBrk="1" hangingPunct="1"/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.</a:t>
            </a:r>
          </a:p>
          <a:p>
            <a:pPr eaLnBrk="1" hangingPunct="1"/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int 0x80</a:t>
            </a:r>
          </a:p>
          <a:p>
            <a:pPr eaLnBrk="1" hangingPunct="1"/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.</a:t>
            </a:r>
          </a:p>
          <a:p>
            <a:pPr eaLnBrk="1" hangingPunct="1"/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}</a:t>
            </a:r>
            <a:endParaRPr lang="en-US"/>
          </a:p>
        </p:txBody>
      </p:sp>
      <p:sp>
        <p:nvSpPr>
          <p:cNvPr id="21515" name="AutoShape 4"/>
          <p:cNvSpPr/>
          <p:nvPr>
            <p:custDataLst>
              <p:tags r:id="rId8"/>
            </p:custDataLst>
          </p:nvPr>
        </p:nvSpPr>
        <p:spPr>
          <a:xfrm>
            <a:off x="1919288" y="2278063"/>
            <a:ext cx="1655763" cy="2736851"/>
          </a:xfrm>
          <a:prstGeom prst="flowChartPunchedTape">
            <a:avLst/>
          </a:prstGeom>
          <a:solidFill>
            <a:schemeClr val="bg1">
              <a:alpha val="92155"/>
            </a:schemeClr>
          </a:solidFill>
          <a:ln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marL="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1pPr>
            <a:lvl2pPr marL="4572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2pPr>
            <a:lvl3pPr marL="9144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3pPr>
            <a:lvl4pPr marL="13716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4pPr>
            <a:lvl5pPr marL="18288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5pPr>
          </a:lstStyle>
          <a:p>
            <a:pPr eaLnBrk="1" hangingPunct="1"/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open()</a:t>
            </a:r>
            <a:endParaRPr lang="en-US"/>
          </a:p>
        </p:txBody>
      </p:sp>
      <p:sp>
        <p:nvSpPr>
          <p:cNvPr id="21516" name="AutoShape 7"/>
          <p:cNvSpPr/>
          <p:nvPr>
            <p:custDataLst>
              <p:tags r:id="rId9"/>
            </p:custDataLst>
          </p:nvPr>
        </p:nvSpPr>
        <p:spPr>
          <a:xfrm>
            <a:off x="6527804" y="2278063"/>
            <a:ext cx="1655763" cy="2736851"/>
          </a:xfrm>
          <a:prstGeom prst="flowChartPunchedTape">
            <a:avLst/>
          </a:prstGeom>
          <a:solidFill>
            <a:schemeClr val="bg1">
              <a:alpha val="74901"/>
            </a:schemeClr>
          </a:solidFill>
          <a:ln>
            <a:solidFill>
              <a:schemeClr val="tx1"/>
            </a:solidFill>
            <a:miter lim="800000"/>
          </a:ln>
          <a:effectLst/>
        </p:spPr>
        <p:txBody>
          <a:bodyPr wrap="none" tIns="154800" bIns="10800" anchor="ctr"/>
          <a:lstStyle>
            <a:lvl1pPr marL="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1pPr>
            <a:lvl2pPr marL="4572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2pPr>
            <a:lvl3pPr marL="9144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3pPr>
            <a:lvl4pPr marL="13716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4pPr>
            <a:lvl5pPr marL="18288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5pPr>
          </a:lstStyle>
          <a:p>
            <a:pPr eaLnBrk="1" hangingPunct="1"/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system_call():</a:t>
            </a:r>
          </a:p>
          <a:p>
            <a:pPr eaLnBrk="1" hangingPunct="1"/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.</a:t>
            </a:r>
          </a:p>
          <a:p>
            <a:pPr eaLnBrk="1" hangingPunct="1"/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sys_open()</a:t>
            </a:r>
          </a:p>
          <a:p>
            <a:pPr eaLnBrk="1" hangingPunct="1"/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.</a:t>
            </a:r>
          </a:p>
          <a:p>
            <a:pPr eaLnBrk="1" hangingPunct="1"/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.</a:t>
            </a:r>
          </a:p>
          <a:p>
            <a:pPr eaLnBrk="1" hangingPunct="1"/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iret</a:t>
            </a:r>
            <a:endParaRPr lang="en-US"/>
          </a:p>
        </p:txBody>
      </p:sp>
      <p:sp>
        <p:nvSpPr>
          <p:cNvPr id="21517" name="AutoShape 8"/>
          <p:cNvSpPr/>
          <p:nvPr>
            <p:custDataLst>
              <p:tags r:id="rId10"/>
            </p:custDataLst>
          </p:nvPr>
        </p:nvSpPr>
        <p:spPr>
          <a:xfrm>
            <a:off x="8543929" y="2278063"/>
            <a:ext cx="1655763" cy="2736851"/>
          </a:xfrm>
          <a:prstGeom prst="flowChartPunchedTape">
            <a:avLst/>
          </a:prstGeom>
          <a:solidFill>
            <a:schemeClr val="bg1">
              <a:alpha val="41960"/>
            </a:schemeClr>
          </a:solidFill>
          <a:ln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 marL="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1pPr>
            <a:lvl2pPr marL="4572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2pPr>
            <a:lvl3pPr marL="9144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3pPr>
            <a:lvl4pPr marL="13716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4pPr>
            <a:lvl5pPr marL="18288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5pPr>
          </a:lstStyle>
          <a:p>
            <a:pPr eaLnBrk="1" hangingPunct="1"/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sys_open() {</a:t>
            </a:r>
          </a:p>
          <a:p>
            <a:pPr eaLnBrk="1" hangingPunct="1"/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.</a:t>
            </a:r>
          </a:p>
          <a:p>
            <a:pPr eaLnBrk="1" hangingPunct="1"/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.</a:t>
            </a:r>
          </a:p>
          <a:p>
            <a:pPr eaLnBrk="1" hangingPunct="1"/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.</a:t>
            </a:r>
          </a:p>
          <a:p>
            <a:pPr eaLnBrk="1" hangingPunct="1"/>
            <a:r>
              <a:rPr 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}</a:t>
            </a:r>
            <a:endParaRPr lang="en-US"/>
          </a:p>
        </p:txBody>
      </p:sp>
      <p:sp>
        <p:nvSpPr>
          <p:cNvPr id="21518" name="Freeform 13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2711453" y="2997205"/>
            <a:ext cx="1223963" cy="576263"/>
          </a:xfrm>
          <a:custGeom>
            <a:avLst/>
            <a:gdLst>
              <a:gd name="T0" fmla="*/ 0 w 681"/>
              <a:gd name="T1" fmla="*/ 454 h 454"/>
              <a:gd name="T2" fmla="*/ 318 w 681"/>
              <a:gd name="T3" fmla="*/ 91 h 454"/>
              <a:gd name="T4" fmla="*/ 681 w 681"/>
              <a:gd name="T5" fmla="*/ 0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1" h="454">
                <a:moveTo>
                  <a:pt x="0" y="454"/>
                </a:moveTo>
                <a:cubicBezTo>
                  <a:pt x="102" y="310"/>
                  <a:pt x="204" y="167"/>
                  <a:pt x="318" y="91"/>
                </a:cubicBezTo>
                <a:cubicBezTo>
                  <a:pt x="432" y="15"/>
                  <a:pt x="621" y="15"/>
                  <a:pt x="681" y="0"/>
                </a:cubicBezTo>
              </a:path>
            </a:pathLst>
          </a:custGeom>
          <a:noFill/>
          <a:ln w="25400" cap="flat" algn="ctr">
            <a:solidFill>
              <a:srgbClr val="0000FF"/>
            </a:solidFill>
            <a:prstDash val="solid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he-IL"/>
          </a:p>
        </p:txBody>
      </p:sp>
      <p:sp>
        <p:nvSpPr>
          <p:cNvPr id="21519" name="Freeform 14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4799017" y="2997204"/>
            <a:ext cx="1800225" cy="720725"/>
          </a:xfrm>
          <a:custGeom>
            <a:avLst/>
            <a:gdLst>
              <a:gd name="T0" fmla="*/ 0 w 681"/>
              <a:gd name="T1" fmla="*/ 454 h 454"/>
              <a:gd name="T2" fmla="*/ 318 w 681"/>
              <a:gd name="T3" fmla="*/ 91 h 454"/>
              <a:gd name="T4" fmla="*/ 681 w 681"/>
              <a:gd name="T5" fmla="*/ 0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1" h="454">
                <a:moveTo>
                  <a:pt x="0" y="454"/>
                </a:moveTo>
                <a:cubicBezTo>
                  <a:pt x="102" y="310"/>
                  <a:pt x="204" y="167"/>
                  <a:pt x="318" y="91"/>
                </a:cubicBezTo>
                <a:cubicBezTo>
                  <a:pt x="432" y="15"/>
                  <a:pt x="621" y="15"/>
                  <a:pt x="681" y="0"/>
                </a:cubicBezTo>
              </a:path>
            </a:pathLst>
          </a:custGeom>
          <a:noFill/>
          <a:ln w="25400" cap="flat" algn="ctr">
            <a:solidFill>
              <a:schemeClr val="tx1"/>
            </a:solidFill>
            <a:prstDash val="solid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he-IL"/>
          </a:p>
        </p:txBody>
      </p:sp>
      <p:sp>
        <p:nvSpPr>
          <p:cNvPr id="21520" name="Freeform 15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7680326" y="3141668"/>
            <a:ext cx="935039" cy="287337"/>
          </a:xfrm>
          <a:custGeom>
            <a:avLst/>
            <a:gdLst>
              <a:gd name="T0" fmla="*/ 0 w 681"/>
              <a:gd name="T1" fmla="*/ 454 h 454"/>
              <a:gd name="T2" fmla="*/ 318 w 681"/>
              <a:gd name="T3" fmla="*/ 91 h 454"/>
              <a:gd name="T4" fmla="*/ 681 w 681"/>
              <a:gd name="T5" fmla="*/ 0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81" h="454">
                <a:moveTo>
                  <a:pt x="0" y="454"/>
                </a:moveTo>
                <a:cubicBezTo>
                  <a:pt x="102" y="310"/>
                  <a:pt x="204" y="167"/>
                  <a:pt x="318" y="91"/>
                </a:cubicBezTo>
                <a:cubicBezTo>
                  <a:pt x="432" y="15"/>
                  <a:pt x="621" y="15"/>
                  <a:pt x="681" y="0"/>
                </a:cubicBezTo>
              </a:path>
            </a:pathLst>
          </a:custGeom>
          <a:noFill/>
          <a:ln w="25400" cap="flat" algn="ctr">
            <a:solidFill>
              <a:srgbClr val="0000FF"/>
            </a:solidFill>
            <a:prstDash val="solid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he-IL"/>
          </a:p>
        </p:txBody>
      </p:sp>
      <p:sp>
        <p:nvSpPr>
          <p:cNvPr id="21521" name="Freeform 17"/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7680326" y="3789367"/>
            <a:ext cx="935039" cy="433387"/>
          </a:xfrm>
          <a:custGeom>
            <a:avLst/>
            <a:gdLst>
              <a:gd name="T0" fmla="*/ 590 w 612"/>
              <a:gd name="T1" fmla="*/ 181 h 188"/>
              <a:gd name="T2" fmla="*/ 544 w 612"/>
              <a:gd name="T3" fmla="*/ 181 h 188"/>
              <a:gd name="T4" fmla="*/ 181 w 612"/>
              <a:gd name="T5" fmla="*/ 136 h 188"/>
              <a:gd name="T6" fmla="*/ 0 w 612"/>
              <a:gd name="T7" fmla="*/ 0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2" h="188">
                <a:moveTo>
                  <a:pt x="590" y="181"/>
                </a:moveTo>
                <a:cubicBezTo>
                  <a:pt x="601" y="184"/>
                  <a:pt x="612" y="188"/>
                  <a:pt x="544" y="181"/>
                </a:cubicBezTo>
                <a:cubicBezTo>
                  <a:pt x="476" y="174"/>
                  <a:pt x="272" y="166"/>
                  <a:pt x="181" y="136"/>
                </a:cubicBezTo>
                <a:cubicBezTo>
                  <a:pt x="90" y="106"/>
                  <a:pt x="30" y="23"/>
                  <a:pt x="0" y="0"/>
                </a:cubicBezTo>
              </a:path>
            </a:pathLst>
          </a:custGeom>
          <a:noFill/>
          <a:ln w="25400" cap="flat" algn="ctr">
            <a:solidFill>
              <a:srgbClr val="0000FF"/>
            </a:solidFill>
            <a:prstDash val="solid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he-IL"/>
          </a:p>
        </p:txBody>
      </p:sp>
      <p:sp>
        <p:nvSpPr>
          <p:cNvPr id="21522" name="Freeform 18"/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4799017" y="3933825"/>
            <a:ext cx="1800225" cy="431800"/>
          </a:xfrm>
          <a:custGeom>
            <a:avLst/>
            <a:gdLst>
              <a:gd name="T0" fmla="*/ 590 w 612"/>
              <a:gd name="T1" fmla="*/ 181 h 188"/>
              <a:gd name="T2" fmla="*/ 544 w 612"/>
              <a:gd name="T3" fmla="*/ 181 h 188"/>
              <a:gd name="T4" fmla="*/ 181 w 612"/>
              <a:gd name="T5" fmla="*/ 136 h 188"/>
              <a:gd name="T6" fmla="*/ 0 w 612"/>
              <a:gd name="T7" fmla="*/ 0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2" h="188">
                <a:moveTo>
                  <a:pt x="590" y="181"/>
                </a:moveTo>
                <a:cubicBezTo>
                  <a:pt x="601" y="184"/>
                  <a:pt x="612" y="188"/>
                  <a:pt x="544" y="181"/>
                </a:cubicBezTo>
                <a:cubicBezTo>
                  <a:pt x="476" y="174"/>
                  <a:pt x="272" y="166"/>
                  <a:pt x="181" y="136"/>
                </a:cubicBezTo>
                <a:cubicBezTo>
                  <a:pt x="90" y="106"/>
                  <a:pt x="30" y="23"/>
                  <a:pt x="0" y="0"/>
                </a:cubicBezTo>
              </a:path>
            </a:pathLst>
          </a:custGeom>
          <a:noFill/>
          <a:ln w="25400" cap="flat" algn="ctr">
            <a:solidFill>
              <a:schemeClr val="tx1"/>
            </a:solidFill>
            <a:prstDash val="solid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he-IL"/>
          </a:p>
        </p:txBody>
      </p:sp>
      <p:sp>
        <p:nvSpPr>
          <p:cNvPr id="21523" name="Freeform 19"/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2638426" y="3862392"/>
            <a:ext cx="1296988" cy="503237"/>
          </a:xfrm>
          <a:custGeom>
            <a:avLst/>
            <a:gdLst>
              <a:gd name="T0" fmla="*/ 590 w 612"/>
              <a:gd name="T1" fmla="*/ 181 h 188"/>
              <a:gd name="T2" fmla="*/ 544 w 612"/>
              <a:gd name="T3" fmla="*/ 181 h 188"/>
              <a:gd name="T4" fmla="*/ 181 w 612"/>
              <a:gd name="T5" fmla="*/ 136 h 188"/>
              <a:gd name="T6" fmla="*/ 0 w 612"/>
              <a:gd name="T7" fmla="*/ 0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12" h="188">
                <a:moveTo>
                  <a:pt x="590" y="181"/>
                </a:moveTo>
                <a:cubicBezTo>
                  <a:pt x="601" y="184"/>
                  <a:pt x="612" y="188"/>
                  <a:pt x="544" y="181"/>
                </a:cubicBezTo>
                <a:cubicBezTo>
                  <a:pt x="476" y="174"/>
                  <a:pt x="272" y="166"/>
                  <a:pt x="181" y="136"/>
                </a:cubicBezTo>
                <a:cubicBezTo>
                  <a:pt x="90" y="106"/>
                  <a:pt x="30" y="23"/>
                  <a:pt x="0" y="0"/>
                </a:cubicBezTo>
              </a:path>
            </a:pathLst>
          </a:custGeom>
          <a:noFill/>
          <a:ln w="25400" cap="flat" algn="ctr">
            <a:solidFill>
              <a:srgbClr val="0000FF"/>
            </a:solidFill>
            <a:prstDash val="solid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he-IL"/>
          </a:p>
        </p:txBody>
      </p:sp>
      <p:sp>
        <p:nvSpPr>
          <p:cNvPr id="21524" name="Text Box 21"/>
          <p:cNvSpPr/>
          <p:nvPr>
            <p:custDataLst>
              <p:tags r:id="rId17"/>
            </p:custDataLst>
          </p:nvPr>
        </p:nvSpPr>
        <p:spPr>
          <a:xfrm>
            <a:off x="2135192" y="1773238"/>
            <a:ext cx="1296987" cy="369332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>
            <a:spAutoFit/>
          </a:bodyPr>
          <a:lstStyle>
            <a:lvl1pPr marL="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1pPr>
            <a:lvl2pPr marL="4572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2pPr>
            <a:lvl3pPr marL="9144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3pPr>
            <a:lvl4pPr marL="13716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4pPr>
            <a:lvl5pPr marL="18288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5pPr>
          </a:lstStyle>
          <a:p>
            <a:pPr algn="r" eaLnBrk="1" hangingPunct="1">
              <a:spcBef>
                <a:spcPct val="50000"/>
              </a:spcBef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FF"/>
                </a:solidFill>
                <a:cs typeface="Arial"/>
                <a:sym typeface="Wingdings"/>
              </a:rPr>
              <a:t>קוד משתמש</a:t>
            </a:r>
            <a:endParaRPr lang="en-US">
              <a:solidFill>
                <a:srgbClr val="0000FF"/>
              </a:solidFill>
            </a:endParaRPr>
          </a:p>
        </p:txBody>
      </p:sp>
      <p:sp>
        <p:nvSpPr>
          <p:cNvPr id="21525" name="Text Box 22"/>
          <p:cNvSpPr/>
          <p:nvPr>
            <p:custDataLst>
              <p:tags r:id="rId18"/>
            </p:custDataLst>
          </p:nvPr>
        </p:nvSpPr>
        <p:spPr>
          <a:xfrm>
            <a:off x="3790951" y="1773238"/>
            <a:ext cx="1512888" cy="369332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>
            <a:spAutoFit/>
          </a:bodyPr>
          <a:lstStyle>
            <a:lvl1pPr marL="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1pPr>
            <a:lvl2pPr marL="4572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2pPr>
            <a:lvl3pPr marL="9144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3pPr>
            <a:lvl4pPr marL="13716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4pPr>
            <a:lvl5pPr marL="18288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5pPr>
          </a:lstStyle>
          <a:p>
            <a:pPr algn="r" eaLnBrk="1" hangingPunct="1">
              <a:spcBef>
                <a:spcPct val="50000"/>
              </a:spcBef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FF"/>
                </a:solidFill>
                <a:cs typeface="Arial"/>
                <a:sym typeface="Wingdings"/>
              </a:rPr>
              <a:t>מעטפת קוד</a:t>
            </a:r>
            <a:endParaRPr lang="en-US">
              <a:solidFill>
                <a:srgbClr val="0000FF"/>
              </a:solidFill>
            </a:endParaRPr>
          </a:p>
        </p:txBody>
      </p:sp>
      <p:sp>
        <p:nvSpPr>
          <p:cNvPr id="21526" name="Text Box 23"/>
          <p:cNvSpPr/>
          <p:nvPr>
            <p:custDataLst>
              <p:tags r:id="rId19"/>
            </p:custDataLst>
          </p:nvPr>
        </p:nvSpPr>
        <p:spPr>
          <a:xfrm>
            <a:off x="6311904" y="1773238"/>
            <a:ext cx="2016125" cy="369332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>
            <a:spAutoFit/>
          </a:bodyPr>
          <a:lstStyle>
            <a:lvl1pPr marL="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1pPr>
            <a:lvl2pPr marL="4572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2pPr>
            <a:lvl3pPr marL="9144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3pPr>
            <a:lvl4pPr marL="13716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4pPr>
            <a:lvl5pPr marL="18288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5pPr>
          </a:lstStyle>
          <a:p>
            <a:pPr algn="r" eaLnBrk="1" hangingPunct="1">
              <a:spcBef>
                <a:spcPct val="50000"/>
              </a:spcBef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FF"/>
                </a:solidFill>
                <a:cs typeface="Arial"/>
                <a:sym typeface="Wingdings"/>
              </a:rPr>
              <a:t>שגרת טיפול בפסיקה</a:t>
            </a:r>
            <a:endParaRPr lang="en-US">
              <a:solidFill>
                <a:srgbClr val="0000FF"/>
              </a:solidFill>
            </a:endParaRPr>
          </a:p>
        </p:txBody>
      </p:sp>
      <p:sp>
        <p:nvSpPr>
          <p:cNvPr id="21527" name="Text Box 24"/>
          <p:cNvSpPr/>
          <p:nvPr>
            <p:custDataLst>
              <p:tags r:id="rId20"/>
            </p:custDataLst>
          </p:nvPr>
        </p:nvSpPr>
        <p:spPr>
          <a:xfrm>
            <a:off x="8543926" y="1773238"/>
            <a:ext cx="1657351" cy="369332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>
            <a:spAutoFit/>
          </a:bodyPr>
          <a:lstStyle>
            <a:lvl1pPr marL="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1pPr>
            <a:lvl2pPr marL="4572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2pPr>
            <a:lvl3pPr marL="9144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3pPr>
            <a:lvl4pPr marL="13716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4pPr>
            <a:lvl5pPr marL="18288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5pPr>
          </a:lstStyle>
          <a:p>
            <a:pPr algn="r" eaLnBrk="1" hangingPunct="1">
              <a:spcBef>
                <a:spcPct val="50000"/>
              </a:spcBef>
            </a:pP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FF"/>
                </a:solidFill>
                <a:cs typeface="Arial"/>
                <a:sym typeface="Wingdings"/>
              </a:rPr>
              <a:t>פונקציה מבצעת</a:t>
            </a:r>
            <a:endParaRPr lang="en-US">
              <a:solidFill>
                <a:srgbClr val="0000FF"/>
              </a:solidFill>
            </a:endParaRPr>
          </a:p>
        </p:txBody>
      </p:sp>
      <p:sp>
        <p:nvSpPr>
          <p:cNvPr id="21528" name="Text Box 26"/>
          <p:cNvSpPr/>
          <p:nvPr>
            <p:custDataLst>
              <p:tags r:id="rId21"/>
            </p:custDataLst>
          </p:nvPr>
        </p:nvSpPr>
        <p:spPr>
          <a:xfrm>
            <a:off x="1774825" y="5661025"/>
            <a:ext cx="8675688" cy="646331"/>
          </a:xfrm>
          <a:prstGeom prst="rect">
            <a:avLst/>
          </a:prstGeom>
          <a:noFill/>
          <a:ln>
            <a:noFill/>
            <a:miter lim="800000"/>
          </a:ln>
          <a:effectLst/>
        </p:spPr>
        <p:txBody>
          <a:bodyPr>
            <a:spAutoFit/>
          </a:bodyPr>
          <a:lstStyle>
            <a:lvl1pPr marL="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1pPr>
            <a:lvl2pPr marL="4572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2pPr>
            <a:lvl3pPr marL="9144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3pPr>
            <a:lvl4pPr marL="13716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4pPr>
            <a:lvl5pPr marL="1828800" indent="0" algn="l" defTabSz="914400" rt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he-IL" altLang="en-US" sz="1800" b="0" i="0" u="none" baseline="0">
                <a:solidFill>
                  <a:schemeClr val="tx1"/>
                </a:solidFill>
                <a:effectLst/>
                <a:latin typeface="Arial"/>
                <a:ea typeface="Arial"/>
              </a:defRPr>
            </a:lvl5pPr>
          </a:lstStyle>
          <a:p>
            <a:pPr algn="r" eaLnBrk="1" hangingPunct="1"/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cs typeface="Arial"/>
                <a:sym typeface="Wingdings"/>
              </a:rPr>
              <a:t>פונקצית המעטפת והפונקציה בגרעין המבצעת את בקשת השירות הן פונקציות רגילות המופעלות לפי כללי קריאה לפונקציה שראינו בשקפים קודמים</a:t>
            </a:r>
            <a:endParaRPr lang="en-US"/>
          </a:p>
        </p:txBody>
      </p:sp>
      <p:sp>
        <p:nvSpPr>
          <p:cNvPr id="21529" name="Text Box 27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3195638" y="2728913"/>
            <a:ext cx="311151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21530" name="Text Box 28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808663" y="2708280"/>
            <a:ext cx="311151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2</a:t>
            </a:r>
          </a:p>
        </p:txBody>
      </p:sp>
      <p:sp>
        <p:nvSpPr>
          <p:cNvPr id="21531" name="Text Box 29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8183563" y="2852739"/>
            <a:ext cx="311151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21532" name="Text Box 30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8183563" y="3860805"/>
            <a:ext cx="311151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21533" name="Text Box 31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880101" y="4005263"/>
            <a:ext cx="311151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5</a:t>
            </a:r>
          </a:p>
        </p:txBody>
      </p:sp>
      <p:sp>
        <p:nvSpPr>
          <p:cNvPr id="21534" name="Text Box 32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3216275" y="3933829"/>
            <a:ext cx="311151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20375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443" y="1690688"/>
            <a:ext cx="5970130" cy="4033872"/>
          </a:xfrm>
        </p:spPr>
      </p:pic>
      <p:sp>
        <p:nvSpPr>
          <p:cNvPr id="4" name="Footer Placeholder 3"/>
          <p:cNvSpPr>
            <a:spLocks noGrp="1"/>
          </p:cNvSpPr>
          <p:nvPr>
            <p:ph type="ftr" idx="4294967295"/>
            <p:custDataLst>
              <p:tags r:id="rId1"/>
            </p:custDataLst>
          </p:nvPr>
        </p:nvSpPr>
        <p:spPr>
          <a:xfrm>
            <a:off x="4038600" y="6356350"/>
            <a:ext cx="4114800" cy="365125"/>
          </a:xfrm>
          <a:ln>
            <a:miter lim="800000"/>
          </a:ln>
        </p:spPr>
        <p:txBody>
          <a:bodyPr>
            <a:noAutofit/>
          </a:bodyPr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r>
              <a:rPr lang="he-IL" altLang="en-US" dirty="0">
                <a:ln>
                  <a:noFill/>
                </a:ln>
              </a:rPr>
              <a:t>בלמ"ס</a:t>
            </a:r>
            <a:endParaRPr lang="en-US" altLang="en-US" dirty="0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025674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033" y="670088"/>
            <a:ext cx="6449934" cy="5099479"/>
          </a:xfrm>
          <a:prstGeom prst="rect">
            <a:avLst/>
          </a:prstGeom>
        </p:spPr>
      </p:pic>
      <p:sp>
        <p:nvSpPr>
          <p:cNvPr id="5" name="Footer Placeholder 3"/>
          <p:cNvSpPr>
            <a:spLocks noGrp="1"/>
          </p:cNvSpPr>
          <p:nvPr>
            <p:ph type="ftr" idx="4294967295"/>
            <p:custDataLst>
              <p:tags r:id="rId1"/>
            </p:custDataLst>
          </p:nvPr>
        </p:nvSpPr>
        <p:spPr>
          <a:xfrm>
            <a:off x="4038599" y="6432291"/>
            <a:ext cx="4114800" cy="365125"/>
          </a:xfrm>
          <a:ln>
            <a:miter lim="800000"/>
          </a:ln>
        </p:spPr>
        <p:txBody>
          <a:bodyPr>
            <a:noAutofit/>
          </a:bodyPr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r>
              <a:rPr lang="he-IL" altLang="en-US" dirty="0">
                <a:ln>
                  <a:noFill/>
                </a:ln>
              </a:rPr>
              <a:t>בלמ"ס</a:t>
            </a:r>
            <a:endParaRPr lang="en-US" altLang="en-US" dirty="0">
              <a:ln>
                <a:noFill/>
              </a:ln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43C93451-A436-EAA1-9980-39FB6877D9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703" y="3903980"/>
            <a:ext cx="306821" cy="306821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B944A87D-9D35-8949-9549-3F3745B732C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057" y="3916018"/>
            <a:ext cx="306821" cy="306821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E15DDB5C-7DAC-9087-9415-B0CB34A485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022" y="3903981"/>
            <a:ext cx="306821" cy="306821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03CEEDA2-A0F8-C32E-143E-45D565D525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057" y="2215879"/>
            <a:ext cx="306821" cy="306821"/>
          </a:xfrm>
          <a:prstGeom prst="rect">
            <a:avLst/>
          </a:prstGeom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8FF37023-CAB3-ED3C-9EC8-6772EE8D9B62}"/>
              </a:ext>
            </a:extLst>
          </p:cNvPr>
          <p:cNvSpPr txBox="1"/>
          <p:nvPr/>
        </p:nvSpPr>
        <p:spPr>
          <a:xfrm>
            <a:off x="1519518" y="4694270"/>
            <a:ext cx="1313485" cy="738664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wrap="square" rtlCol="1">
            <a:spAutoFit/>
          </a:bodyPr>
          <a:lstStyle/>
          <a:p>
            <a:pPr algn="l" rtl="0"/>
            <a:r>
              <a:rPr lang="en-US" altLang="en-US" sz="1050" dirty="0"/>
              <a:t>mov %</a:t>
            </a:r>
            <a:r>
              <a:rPr lang="en-US" altLang="en-US" sz="1050" dirty="0" err="1"/>
              <a:t>ebp</a:t>
            </a:r>
            <a:r>
              <a:rPr lang="en-US" altLang="en-US" sz="1050" dirty="0"/>
              <a:t>,%</a:t>
            </a:r>
            <a:r>
              <a:rPr lang="en-US" altLang="en-US" sz="1050" dirty="0" err="1"/>
              <a:t>ebx</a:t>
            </a:r>
            <a:endParaRPr lang="en-US" altLang="en-US" sz="1050" dirty="0"/>
          </a:p>
          <a:p>
            <a:pPr algn="l" rtl="0"/>
            <a:r>
              <a:rPr lang="en-US" altLang="en-US" sz="1050" dirty="0"/>
              <a:t>add %</a:t>
            </a:r>
            <a:r>
              <a:rPr lang="en-US" altLang="en-US" sz="1050" dirty="0" err="1"/>
              <a:t>ebx</a:t>
            </a:r>
            <a:r>
              <a:rPr lang="en-US" altLang="en-US" sz="1050" dirty="0"/>
              <a:t>,%</a:t>
            </a:r>
            <a:r>
              <a:rPr lang="en-US" altLang="en-US" sz="1050" dirty="0" err="1"/>
              <a:t>eax</a:t>
            </a:r>
            <a:endParaRPr lang="en-US" altLang="en-US" sz="1050" dirty="0"/>
          </a:p>
          <a:p>
            <a:pPr algn="l" rtl="0"/>
            <a:r>
              <a:rPr lang="en-US" sz="1050" dirty="0"/>
              <a:t>cli</a:t>
            </a:r>
          </a:p>
          <a:p>
            <a:pPr algn="l" rtl="0"/>
            <a:r>
              <a:rPr lang="en-US" sz="1050" dirty="0" err="1"/>
              <a:t>sti</a:t>
            </a:r>
            <a:endParaRPr lang="he-IL" sz="1050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958D46A6-69EE-4D49-FC55-D6C34BBF1F37}"/>
              </a:ext>
            </a:extLst>
          </p:cNvPr>
          <p:cNvSpPr txBox="1"/>
          <p:nvPr/>
        </p:nvSpPr>
        <p:spPr>
          <a:xfrm>
            <a:off x="5360895" y="5693627"/>
            <a:ext cx="1391848" cy="738664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wrap="square" rtlCol="1">
            <a:spAutoFit/>
          </a:bodyPr>
          <a:lstStyle/>
          <a:p>
            <a:pPr algn="l" rtl="0"/>
            <a:r>
              <a:rPr lang="en-US" altLang="en-US" sz="1050" dirty="0"/>
              <a:t>int array[10];</a:t>
            </a:r>
          </a:p>
          <a:p>
            <a:pPr algn="l" rtl="0"/>
            <a:r>
              <a:rPr lang="en-US" altLang="en-US" sz="1050" dirty="0"/>
              <a:t>int *</a:t>
            </a:r>
            <a:r>
              <a:rPr lang="en-US" altLang="en-US" sz="1050" dirty="0" err="1"/>
              <a:t>addr</a:t>
            </a:r>
            <a:r>
              <a:rPr lang="en-US" altLang="en-US" sz="1050" dirty="0"/>
              <a:t> = malloc();</a:t>
            </a:r>
          </a:p>
          <a:p>
            <a:pPr algn="l" rtl="0"/>
            <a:r>
              <a:rPr lang="en-US" altLang="en-US" sz="1050" b="1" dirty="0"/>
              <a:t>*</a:t>
            </a:r>
            <a:r>
              <a:rPr lang="en-US" altLang="en-US" sz="1050" b="1" dirty="0" err="1"/>
              <a:t>addr</a:t>
            </a:r>
            <a:r>
              <a:rPr lang="en-US" altLang="en-US" sz="1050" b="1" dirty="0"/>
              <a:t> = 0x80;</a:t>
            </a:r>
          </a:p>
          <a:p>
            <a:pPr algn="l" rtl="0"/>
            <a:r>
              <a:rPr lang="en-US" sz="1050" dirty="0"/>
              <a:t>array[5] = 0x80;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9C0FC6C6-04B8-090A-B9A6-149C56CD9C30}"/>
              </a:ext>
            </a:extLst>
          </p:cNvPr>
          <p:cNvSpPr txBox="1"/>
          <p:nvPr/>
        </p:nvSpPr>
        <p:spPr>
          <a:xfrm>
            <a:off x="9320967" y="4694270"/>
            <a:ext cx="1313485" cy="41549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dash"/>
          </a:ln>
        </p:spPr>
        <p:txBody>
          <a:bodyPr wrap="square" rtlCol="1">
            <a:spAutoFit/>
          </a:bodyPr>
          <a:lstStyle/>
          <a:p>
            <a:pPr algn="l" rtl="0"/>
            <a:r>
              <a:rPr lang="en-US" altLang="en-US" sz="1050" dirty="0"/>
              <a:t>int *</a:t>
            </a:r>
            <a:r>
              <a:rPr lang="en-US" altLang="en-US" sz="1050" dirty="0" err="1"/>
              <a:t>addr</a:t>
            </a:r>
            <a:r>
              <a:rPr lang="en-US" altLang="en-US" sz="1050" dirty="0"/>
              <a:t> = 0x2b000; </a:t>
            </a:r>
            <a:r>
              <a:rPr lang="en-US" altLang="en-US" sz="1050" b="1" dirty="0"/>
              <a:t>*</a:t>
            </a:r>
            <a:r>
              <a:rPr lang="en-US" altLang="en-US" sz="1050" b="1" dirty="0" err="1"/>
              <a:t>addr</a:t>
            </a:r>
            <a:r>
              <a:rPr lang="en-US" altLang="en-US" sz="1050" b="1" dirty="0"/>
              <a:t> = 0x80;</a:t>
            </a:r>
          </a:p>
        </p:txBody>
      </p:sp>
      <p:sp>
        <p:nvSpPr>
          <p:cNvPr id="14" name="אליפסה 13">
            <a:extLst>
              <a:ext uri="{FF2B5EF4-FFF2-40B4-BE49-F238E27FC236}">
                <a16:creationId xmlns:a16="http://schemas.microsoft.com/office/drawing/2014/main" id="{E5823F13-7C87-AAE7-F4BA-A9C9C48234B8}"/>
              </a:ext>
            </a:extLst>
          </p:cNvPr>
          <p:cNvSpPr/>
          <p:nvPr/>
        </p:nvSpPr>
        <p:spPr>
          <a:xfrm>
            <a:off x="3481659" y="3927890"/>
            <a:ext cx="504908" cy="2829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אליפסה 14">
            <a:extLst>
              <a:ext uri="{FF2B5EF4-FFF2-40B4-BE49-F238E27FC236}">
                <a16:creationId xmlns:a16="http://schemas.microsoft.com/office/drawing/2014/main" id="{4D966182-4B5B-5076-4FCE-731E0DBC4D96}"/>
              </a:ext>
            </a:extLst>
          </p:cNvPr>
          <p:cNvSpPr/>
          <p:nvPr/>
        </p:nvSpPr>
        <p:spPr>
          <a:xfrm>
            <a:off x="7679978" y="3927035"/>
            <a:ext cx="504908" cy="2829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אליפסה 15">
            <a:extLst>
              <a:ext uri="{FF2B5EF4-FFF2-40B4-BE49-F238E27FC236}">
                <a16:creationId xmlns:a16="http://schemas.microsoft.com/office/drawing/2014/main" id="{CEECBBCA-6219-AB4B-9713-2C1A304C57FF}"/>
              </a:ext>
            </a:extLst>
          </p:cNvPr>
          <p:cNvSpPr/>
          <p:nvPr/>
        </p:nvSpPr>
        <p:spPr>
          <a:xfrm>
            <a:off x="5549013" y="3927035"/>
            <a:ext cx="504908" cy="2829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941197F5-FAC7-CC4E-6CFF-651440348685}"/>
              </a:ext>
            </a:extLst>
          </p:cNvPr>
          <p:cNvSpPr txBox="1"/>
          <p:nvPr/>
        </p:nvSpPr>
        <p:spPr>
          <a:xfrm>
            <a:off x="6286030" y="2161540"/>
            <a:ext cx="1717147" cy="41549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dash"/>
          </a:ln>
        </p:spPr>
        <p:txBody>
          <a:bodyPr wrap="square" rtlCol="1">
            <a:spAutoFit/>
          </a:bodyPr>
          <a:lstStyle/>
          <a:p>
            <a:pPr algn="l" rtl="0"/>
            <a:r>
              <a:rPr lang="en-US" altLang="en-US" sz="1050" dirty="0"/>
              <a:t>System calls:</a:t>
            </a:r>
          </a:p>
          <a:p>
            <a:pPr algn="l" rtl="0"/>
            <a:r>
              <a:rPr lang="en-US" altLang="en-US" sz="1050" b="1" dirty="0" err="1"/>
              <a:t>printf</a:t>
            </a:r>
            <a:r>
              <a:rPr lang="en-US" altLang="en-US" sz="1050" b="1" dirty="0"/>
              <a:t>, open, read, malloc…</a:t>
            </a:r>
          </a:p>
        </p:txBody>
      </p:sp>
      <p:sp>
        <p:nvSpPr>
          <p:cNvPr id="3" name="אליפסה 2">
            <a:extLst>
              <a:ext uri="{FF2B5EF4-FFF2-40B4-BE49-F238E27FC236}">
                <a16:creationId xmlns:a16="http://schemas.microsoft.com/office/drawing/2014/main" id="{F4E7DA99-E63D-1A5A-A727-DB93411D2DBC}"/>
              </a:ext>
            </a:extLst>
          </p:cNvPr>
          <p:cNvSpPr/>
          <p:nvPr/>
        </p:nvSpPr>
        <p:spPr>
          <a:xfrm>
            <a:off x="5535885" y="2228216"/>
            <a:ext cx="504908" cy="2829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C21199F2-1047-9F3E-4450-419BFB13F3F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8265" y="179264"/>
            <a:ext cx="779099" cy="67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10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" grpId="0" animBg="1"/>
      <p:bldP spid="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7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7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883</Words>
  <Application>Microsoft Office PowerPoint</Application>
  <PresentationFormat>מסך רחב</PresentationFormat>
  <Paragraphs>149</Paragraphs>
  <Slides>13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הרצאה 4 – קריאות מערכת</vt:lpstr>
      <vt:lpstr>מצגת של PowerPoint‏</vt:lpstr>
      <vt:lpstr>מצגת של PowerPoint‏</vt:lpstr>
      <vt:lpstr>User space vs Kernel space</vt:lpstr>
      <vt:lpstr>דוגמאות:</vt:lpstr>
      <vt:lpstr>קריאת מערכת ב-Linux (1)</vt:lpstr>
      <vt:lpstr>קריאת מערכת ב-Linux (2)</vt:lpstr>
      <vt:lpstr>קריאת מערכת ב-Linux (3)</vt:lpstr>
      <vt:lpstr>קריאת מערכת ב-Linux (4)</vt:lpstr>
      <vt:lpstr>קריאת מערכת ב-Linux (5)</vt:lpstr>
      <vt:lpstr>קריאת מערכת ב-Linux (6)</vt:lpstr>
      <vt:lpstr>מצגת של PowerPoint‏</vt:lpstr>
      <vt:lpstr>מצגת של PowerPoint‏</vt:lpstr>
    </vt:vector>
  </TitlesOfParts>
  <Company>RAFAEL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Roi Fridman</cp:lastModifiedBy>
  <cp:revision>503</cp:revision>
  <dcterms:created xsi:type="dcterms:W3CDTF">2021-04-08T08:13:04Z</dcterms:created>
  <dcterms:modified xsi:type="dcterms:W3CDTF">2026-06-24T08:14:03Z</dcterms:modified>
</cp:coreProperties>
</file>